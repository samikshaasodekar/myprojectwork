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4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8" r:id="rId20"/>
    <p:sldId id="282" r:id="rId21"/>
    <p:sldId id="281" r:id="rId22"/>
    <p:sldId id="274" r:id="rId23"/>
    <p:sldId id="275" r:id="rId24"/>
    <p:sldId id="276" r:id="rId25"/>
    <p:sldId id="277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DB3408-8337-49F6-8EFF-8DC30E627E61}" v="92" dt="2025-12-08T04:08:33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12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odekar, Samiksha Suhas (Cognizant)" userId="8aadca54-061c-4abd-b96f-d682a0f2b119" providerId="ADAL" clId="{CAD31E22-822A-445E-B075-79477E914692}"/>
    <pc:docChg chg="undo custSel addSld delSld modSld">
      <pc:chgData name="Asodekar, Samiksha Suhas (Cognizant)" userId="8aadca54-061c-4abd-b96f-d682a0f2b119" providerId="ADAL" clId="{CAD31E22-822A-445E-B075-79477E914692}" dt="2025-12-08T04:08:36.378" v="1107" actId="27614"/>
      <pc:docMkLst>
        <pc:docMk/>
      </pc:docMkLst>
      <pc:sldChg chg="addSp modSp mod">
        <pc:chgData name="Asodekar, Samiksha Suhas (Cognizant)" userId="8aadca54-061c-4abd-b96f-d682a0f2b119" providerId="ADAL" clId="{CAD31E22-822A-445E-B075-79477E914692}" dt="2025-12-07T16:05:18.038" v="325"/>
        <pc:sldMkLst>
          <pc:docMk/>
          <pc:sldMk cId="0" sldId="257"/>
        </pc:sldMkLst>
        <pc:spChg chg="mod">
          <ac:chgData name="Asodekar, Samiksha Suhas (Cognizant)" userId="8aadca54-061c-4abd-b96f-d682a0f2b119" providerId="ADAL" clId="{CAD31E22-822A-445E-B075-79477E914692}" dt="2025-12-07T16:05:10.001" v="324" actId="120"/>
          <ac:spMkLst>
            <pc:docMk/>
            <pc:sldMk cId="0" sldId="257"/>
            <ac:spMk id="2" creationId="{00000000-0000-0000-0000-000000000000}"/>
          </ac:spMkLst>
        </pc:spChg>
        <pc:cxnChg chg="add mod">
          <ac:chgData name="Asodekar, Samiksha Suhas (Cognizant)" userId="8aadca54-061c-4abd-b96f-d682a0f2b119" providerId="ADAL" clId="{CAD31E22-822A-445E-B075-79477E914692}" dt="2025-12-07T16:05:18.038" v="325"/>
          <ac:cxnSpMkLst>
            <pc:docMk/>
            <pc:sldMk cId="0" sldId="257"/>
            <ac:cxnSpMk id="3" creationId="{01BEE1D8-B85A-C8D2-FB2B-02229E2C2720}"/>
          </ac:cxnSpMkLst>
        </pc:cxnChg>
      </pc:sldChg>
      <pc:sldChg chg="modSp">
        <pc:chgData name="Asodekar, Samiksha Suhas (Cognizant)" userId="8aadca54-061c-4abd-b96f-d682a0f2b119" providerId="ADAL" clId="{CAD31E22-822A-445E-B075-79477E914692}" dt="2025-12-08T03:54:44.480" v="979"/>
        <pc:sldMkLst>
          <pc:docMk/>
          <pc:sldMk cId="0" sldId="258"/>
        </pc:sldMkLst>
        <pc:spChg chg="mod">
          <ac:chgData name="Asodekar, Samiksha Suhas (Cognizant)" userId="8aadca54-061c-4abd-b96f-d682a0f2b119" providerId="ADAL" clId="{CAD31E22-822A-445E-B075-79477E914692}" dt="2025-12-08T03:54:44.480" v="979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Asodekar, Samiksha Suhas (Cognizant)" userId="8aadca54-061c-4abd-b96f-d682a0f2b119" providerId="ADAL" clId="{CAD31E22-822A-445E-B075-79477E914692}" dt="2025-12-07T16:05:28.054" v="326" actId="120"/>
        <pc:sldMkLst>
          <pc:docMk/>
          <pc:sldMk cId="0" sldId="259"/>
        </pc:sldMkLst>
        <pc:spChg chg="mod">
          <ac:chgData name="Asodekar, Samiksha Suhas (Cognizant)" userId="8aadca54-061c-4abd-b96f-d682a0f2b119" providerId="ADAL" clId="{CAD31E22-822A-445E-B075-79477E914692}" dt="2025-12-07T16:05:28.054" v="326" actId="120"/>
          <ac:spMkLst>
            <pc:docMk/>
            <pc:sldMk cId="0" sldId="259"/>
            <ac:spMk id="2" creationId="{00000000-0000-0000-0000-000000000000}"/>
          </ac:spMkLst>
        </pc:spChg>
      </pc:sldChg>
      <pc:sldChg chg="addSp delSp modSp mod">
        <pc:chgData name="Asodekar, Samiksha Suhas (Cognizant)" userId="8aadca54-061c-4abd-b96f-d682a0f2b119" providerId="ADAL" clId="{CAD31E22-822A-445E-B075-79477E914692}" dt="2025-12-08T03:55:20.930" v="980"/>
        <pc:sldMkLst>
          <pc:docMk/>
          <pc:sldMk cId="0" sldId="262"/>
        </pc:sldMkLst>
        <pc:spChg chg="del mod">
          <ac:chgData name="Asodekar, Samiksha Suhas (Cognizant)" userId="8aadca54-061c-4abd-b96f-d682a0f2b119" providerId="ADAL" clId="{CAD31E22-822A-445E-B075-79477E914692}" dt="2025-12-07T16:07:54.576" v="396"/>
          <ac:spMkLst>
            <pc:docMk/>
            <pc:sldMk cId="0" sldId="262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5:20.930" v="980"/>
          <ac:spMkLst>
            <pc:docMk/>
            <pc:sldMk cId="0" sldId="262"/>
            <ac:spMk id="4" creationId="{00000000-0000-0000-0000-000000000000}"/>
          </ac:spMkLst>
        </pc:spChg>
        <pc:spChg chg="add">
          <ac:chgData name="Asodekar, Samiksha Suhas (Cognizant)" userId="8aadca54-061c-4abd-b96f-d682a0f2b119" providerId="ADAL" clId="{CAD31E22-822A-445E-B075-79477E914692}" dt="2025-12-07T16:07:48.685" v="394"/>
          <ac:spMkLst>
            <pc:docMk/>
            <pc:sldMk cId="0" sldId="262"/>
            <ac:spMk id="6" creationId="{C52821FA-24B8-A010-4227-3472ED478D67}"/>
          </ac:spMkLst>
        </pc:spChg>
        <pc:spChg chg="add del mod">
          <ac:chgData name="Asodekar, Samiksha Suhas (Cognizant)" userId="8aadca54-061c-4abd-b96f-d682a0f2b119" providerId="ADAL" clId="{CAD31E22-822A-445E-B075-79477E914692}" dt="2025-12-08T03:47:43.103" v="885" actId="12"/>
          <ac:spMkLst>
            <pc:docMk/>
            <pc:sldMk cId="0" sldId="262"/>
            <ac:spMk id="7" creationId="{38749270-6F46-05C9-B6BB-FE57C0B5AFE2}"/>
          </ac:spMkLst>
        </pc:spChg>
        <pc:spChg chg="add del mod">
          <ac:chgData name="Asodekar, Samiksha Suhas (Cognizant)" userId="8aadca54-061c-4abd-b96f-d682a0f2b119" providerId="ADAL" clId="{CAD31E22-822A-445E-B075-79477E914692}" dt="2025-12-07T16:08:43.189" v="407" actId="21"/>
          <ac:spMkLst>
            <pc:docMk/>
            <pc:sldMk cId="0" sldId="262"/>
            <ac:spMk id="8" creationId="{CE1D5598-5360-2882-0425-73AEBFBF7DCF}"/>
          </ac:spMkLst>
        </pc:spChg>
        <pc:spChg chg="add mod">
          <ac:chgData name="Asodekar, Samiksha Suhas (Cognizant)" userId="8aadca54-061c-4abd-b96f-d682a0f2b119" providerId="ADAL" clId="{CAD31E22-822A-445E-B075-79477E914692}" dt="2025-12-07T16:08:50.987" v="414"/>
          <ac:spMkLst>
            <pc:docMk/>
            <pc:sldMk cId="0" sldId="262"/>
            <ac:spMk id="9" creationId="{F5F1166C-B48C-C95D-81AA-E06DEB4B0DE2}"/>
          </ac:spMkLst>
        </pc:spChg>
        <pc:spChg chg="add mod">
          <ac:chgData name="Asodekar, Samiksha Suhas (Cognizant)" userId="8aadca54-061c-4abd-b96f-d682a0f2b119" providerId="ADAL" clId="{CAD31E22-822A-445E-B075-79477E914692}" dt="2025-12-07T16:09:08.490" v="415"/>
          <ac:spMkLst>
            <pc:docMk/>
            <pc:sldMk cId="0" sldId="262"/>
            <ac:spMk id="10" creationId="{F182B562-F2AD-8C8C-EC4A-4A61105ED543}"/>
          </ac:spMkLst>
        </pc:spChg>
        <pc:spChg chg="add del mod">
          <ac:chgData name="Asodekar, Samiksha Suhas (Cognizant)" userId="8aadca54-061c-4abd-b96f-d682a0f2b119" providerId="ADAL" clId="{CAD31E22-822A-445E-B075-79477E914692}" dt="2025-12-07T16:10:45.067" v="426"/>
          <ac:spMkLst>
            <pc:docMk/>
            <pc:sldMk cId="0" sldId="262"/>
            <ac:spMk id="11" creationId="{91FFB1E7-1240-796E-2526-31216C05701B}"/>
          </ac:spMkLst>
        </pc:spChg>
      </pc:sldChg>
      <pc:sldChg chg="addSp delSp modSp mod">
        <pc:chgData name="Asodekar, Samiksha Suhas (Cognizant)" userId="8aadca54-061c-4abd-b96f-d682a0f2b119" providerId="ADAL" clId="{CAD31E22-822A-445E-B075-79477E914692}" dt="2025-12-08T03:57:54.608" v="1051" actId="20577"/>
        <pc:sldMkLst>
          <pc:docMk/>
          <pc:sldMk cId="0" sldId="263"/>
        </pc:sldMkLst>
        <pc:spChg chg="mod">
          <ac:chgData name="Asodekar, Samiksha Suhas (Cognizant)" userId="8aadca54-061c-4abd-b96f-d682a0f2b119" providerId="ADAL" clId="{CAD31E22-822A-445E-B075-79477E914692}" dt="2025-12-08T03:57:54.608" v="1051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7:20.445" v="1024" actId="1076"/>
          <ac:spMkLst>
            <pc:docMk/>
            <pc:sldMk cId="0" sldId="263"/>
            <ac:spMk id="4" creationId="{00000000-0000-0000-0000-000000000000}"/>
          </ac:spMkLst>
        </pc:spChg>
        <pc:spChg chg="add del mod">
          <ac:chgData name="Asodekar, Samiksha Suhas (Cognizant)" userId="8aadca54-061c-4abd-b96f-d682a0f2b119" providerId="ADAL" clId="{CAD31E22-822A-445E-B075-79477E914692}" dt="2025-12-08T03:57:21.152" v="1026"/>
          <ac:spMkLst>
            <pc:docMk/>
            <pc:sldMk cId="0" sldId="263"/>
            <ac:spMk id="6" creationId="{F59B91D8-DA2C-076B-8A55-48505B416481}"/>
          </ac:spMkLst>
        </pc:spChg>
        <pc:cxnChg chg="mod">
          <ac:chgData name="Asodekar, Samiksha Suhas (Cognizant)" userId="8aadca54-061c-4abd-b96f-d682a0f2b119" providerId="ADAL" clId="{CAD31E22-822A-445E-B075-79477E914692}" dt="2025-12-08T03:56:02.907" v="989" actId="1076"/>
          <ac:cxnSpMkLst>
            <pc:docMk/>
            <pc:sldMk cId="0" sldId="263"/>
            <ac:cxnSpMk id="5" creationId="{7BC1F1C1-9EB2-9545-7B63-5242FE8B5818}"/>
          </ac:cxnSpMkLst>
        </pc:cxnChg>
      </pc:sldChg>
      <pc:sldChg chg="addSp delSp modSp mod">
        <pc:chgData name="Asodekar, Samiksha Suhas (Cognizant)" userId="8aadca54-061c-4abd-b96f-d682a0f2b119" providerId="ADAL" clId="{CAD31E22-822A-445E-B075-79477E914692}" dt="2025-12-08T03:58:28.407" v="1052"/>
        <pc:sldMkLst>
          <pc:docMk/>
          <pc:sldMk cId="0" sldId="265"/>
        </pc:sldMkLst>
        <pc:spChg chg="mod">
          <ac:chgData name="Asodekar, Samiksha Suhas (Cognizant)" userId="8aadca54-061c-4abd-b96f-d682a0f2b119" providerId="ADAL" clId="{CAD31E22-822A-445E-B075-79477E914692}" dt="2025-12-08T03:49:57.143" v="900" actId="120"/>
          <ac:spMkLst>
            <pc:docMk/>
            <pc:sldMk cId="0" sldId="265"/>
            <ac:spMk id="2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0:05.772" v="903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8:28.407" v="1052"/>
          <ac:spMkLst>
            <pc:docMk/>
            <pc:sldMk cId="0" sldId="265"/>
            <ac:spMk id="4" creationId="{00000000-0000-0000-0000-000000000000}"/>
          </ac:spMkLst>
        </pc:spChg>
        <pc:spChg chg="add">
          <ac:chgData name="Asodekar, Samiksha Suhas (Cognizant)" userId="8aadca54-061c-4abd-b96f-d682a0f2b119" providerId="ADAL" clId="{CAD31E22-822A-445E-B075-79477E914692}" dt="2025-12-07T16:13:42.177" v="442"/>
          <ac:spMkLst>
            <pc:docMk/>
            <pc:sldMk cId="0" sldId="265"/>
            <ac:spMk id="6" creationId="{60C08F71-74DF-E023-8C22-B418EF439184}"/>
          </ac:spMkLst>
        </pc:spChg>
        <pc:spChg chg="add del mod">
          <ac:chgData name="Asodekar, Samiksha Suhas (Cognizant)" userId="8aadca54-061c-4abd-b96f-d682a0f2b119" providerId="ADAL" clId="{CAD31E22-822A-445E-B075-79477E914692}" dt="2025-12-08T03:49:57.595" v="902"/>
          <ac:spMkLst>
            <pc:docMk/>
            <pc:sldMk cId="0" sldId="265"/>
            <ac:spMk id="7" creationId="{48467432-44B9-E8DD-7DF4-C400FDD1247C}"/>
          </ac:spMkLst>
        </pc:spChg>
        <pc:cxnChg chg="add mod">
          <ac:chgData name="Asodekar, Samiksha Suhas (Cognizant)" userId="8aadca54-061c-4abd-b96f-d682a0f2b119" providerId="ADAL" clId="{CAD31E22-822A-445E-B075-79477E914692}" dt="2025-12-07T15:49:18.170" v="15"/>
          <ac:cxnSpMkLst>
            <pc:docMk/>
            <pc:sldMk cId="0" sldId="265"/>
            <ac:cxnSpMk id="5" creationId="{6DB2A128-7A0B-7951-B964-E0C211A25963}"/>
          </ac:cxnSpMkLst>
        </pc:cxnChg>
      </pc:sldChg>
      <pc:sldChg chg="addSp delSp modSp mod">
        <pc:chgData name="Asodekar, Samiksha Suhas (Cognizant)" userId="8aadca54-061c-4abd-b96f-d682a0f2b119" providerId="ADAL" clId="{CAD31E22-822A-445E-B075-79477E914692}" dt="2025-12-08T03:52:56.365" v="928" actId="1076"/>
        <pc:sldMkLst>
          <pc:docMk/>
          <pc:sldMk cId="0" sldId="266"/>
        </pc:sldMkLst>
        <pc:spChg chg="mod">
          <ac:chgData name="Asodekar, Samiksha Suhas (Cognizant)" userId="8aadca54-061c-4abd-b96f-d682a0f2b119" providerId="ADAL" clId="{CAD31E22-822A-445E-B075-79477E914692}" dt="2025-12-08T03:51:26.253" v="909" actId="120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Asodekar, Samiksha Suhas (Cognizant)" userId="8aadca54-061c-4abd-b96f-d682a0f2b119" providerId="ADAL" clId="{CAD31E22-822A-445E-B075-79477E914692}" dt="2025-12-08T03:52:19.992" v="924"/>
          <ac:spMkLst>
            <pc:docMk/>
            <pc:sldMk cId="0" sldId="266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2:56.365" v="928" actId="1076"/>
          <ac:spMkLst>
            <pc:docMk/>
            <pc:sldMk cId="0" sldId="266"/>
            <ac:spMk id="4" creationId="{00000000-0000-0000-0000-000000000000}"/>
          </ac:spMkLst>
        </pc:spChg>
        <pc:spChg chg="add mod">
          <ac:chgData name="Asodekar, Samiksha Suhas (Cognizant)" userId="8aadca54-061c-4abd-b96f-d682a0f2b119" providerId="ADAL" clId="{CAD31E22-822A-445E-B075-79477E914692}" dt="2025-12-08T03:52:03.169" v="919" actId="255"/>
          <ac:spMkLst>
            <pc:docMk/>
            <pc:sldMk cId="0" sldId="266"/>
            <ac:spMk id="6" creationId="{5D2ADF7E-DF17-91A6-3B94-8BD6D2322B45}"/>
          </ac:spMkLst>
        </pc:spChg>
        <pc:spChg chg="add mod">
          <ac:chgData name="Asodekar, Samiksha Suhas (Cognizant)" userId="8aadca54-061c-4abd-b96f-d682a0f2b119" providerId="ADAL" clId="{CAD31E22-822A-445E-B075-79477E914692}" dt="2025-12-08T03:51:21.901" v="908" actId="20577"/>
          <ac:spMkLst>
            <pc:docMk/>
            <pc:sldMk cId="0" sldId="266"/>
            <ac:spMk id="7" creationId="{D67BE722-CA52-B278-0C39-B489727BAFB0}"/>
          </ac:spMkLst>
        </pc:spChg>
        <pc:cxnChg chg="add mod">
          <ac:chgData name="Asodekar, Samiksha Suhas (Cognizant)" userId="8aadca54-061c-4abd-b96f-d682a0f2b119" providerId="ADAL" clId="{CAD31E22-822A-445E-B075-79477E914692}" dt="2025-12-07T15:56:20.688" v="275"/>
          <ac:cxnSpMkLst>
            <pc:docMk/>
            <pc:sldMk cId="0" sldId="266"/>
            <ac:cxnSpMk id="5" creationId="{B87D23B8-6CD8-8145-A3BB-B7022C8A4E61}"/>
          </ac:cxnSpMkLst>
        </pc:cxnChg>
      </pc:sldChg>
      <pc:sldChg chg="addSp delSp modSp mod">
        <pc:chgData name="Asodekar, Samiksha Suhas (Cognizant)" userId="8aadca54-061c-4abd-b96f-d682a0f2b119" providerId="ADAL" clId="{CAD31E22-822A-445E-B075-79477E914692}" dt="2025-12-08T03:54:29.024" v="978"/>
        <pc:sldMkLst>
          <pc:docMk/>
          <pc:sldMk cId="0" sldId="267"/>
        </pc:sldMkLst>
        <pc:spChg chg="mod">
          <ac:chgData name="Asodekar, Samiksha Suhas (Cognizant)" userId="8aadca54-061c-4abd-b96f-d682a0f2b119" providerId="ADAL" clId="{CAD31E22-822A-445E-B075-79477E914692}" dt="2025-12-08T03:53:02.991" v="929" actId="120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Asodekar, Samiksha Suhas (Cognizant)" userId="8aadca54-061c-4abd-b96f-d682a0f2b119" providerId="ADAL" clId="{CAD31E22-822A-445E-B075-79477E914692}" dt="2025-12-08T03:54:29.024" v="9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4:09.228" v="971" actId="1076"/>
          <ac:spMkLst>
            <pc:docMk/>
            <pc:sldMk cId="0" sldId="267"/>
            <ac:spMk id="4" creationId="{00000000-0000-0000-0000-000000000000}"/>
          </ac:spMkLst>
        </pc:spChg>
        <pc:spChg chg="add del">
          <ac:chgData name="Asodekar, Samiksha Suhas (Cognizant)" userId="8aadca54-061c-4abd-b96f-d682a0f2b119" providerId="ADAL" clId="{CAD31E22-822A-445E-B075-79477E914692}" dt="2025-12-07T15:56:14.767" v="274" actId="22"/>
          <ac:spMkLst>
            <pc:docMk/>
            <pc:sldMk cId="0" sldId="267"/>
            <ac:spMk id="6" creationId="{7A261F0F-A85E-DDA4-0580-9B622A2B6C49}"/>
          </ac:spMkLst>
        </pc:spChg>
        <pc:spChg chg="add mod">
          <ac:chgData name="Asodekar, Samiksha Suhas (Cognizant)" userId="8aadca54-061c-4abd-b96f-d682a0f2b119" providerId="ADAL" clId="{CAD31E22-822A-445E-B075-79477E914692}" dt="2025-12-08T03:54:22.212" v="974" actId="12"/>
          <ac:spMkLst>
            <pc:docMk/>
            <pc:sldMk cId="0" sldId="267"/>
            <ac:spMk id="8" creationId="{BDC6B1F6-1017-C9AB-86CC-B2F1F8BBE14C}"/>
          </ac:spMkLst>
        </pc:spChg>
        <pc:spChg chg="add del mod">
          <ac:chgData name="Asodekar, Samiksha Suhas (Cognizant)" userId="8aadca54-061c-4abd-b96f-d682a0f2b119" providerId="ADAL" clId="{CAD31E22-822A-445E-B075-79477E914692}" dt="2025-12-08T03:54:29.024" v="976"/>
          <ac:spMkLst>
            <pc:docMk/>
            <pc:sldMk cId="0" sldId="267"/>
            <ac:spMk id="9" creationId="{02FC30A9-42D5-BEBE-BA62-8DFF263D852A}"/>
          </ac:spMkLst>
        </pc:spChg>
        <pc:cxnChg chg="add mod">
          <ac:chgData name="Asodekar, Samiksha Suhas (Cognizant)" userId="8aadca54-061c-4abd-b96f-d682a0f2b119" providerId="ADAL" clId="{CAD31E22-822A-445E-B075-79477E914692}" dt="2025-12-07T15:56:22.854" v="276"/>
          <ac:cxnSpMkLst>
            <pc:docMk/>
            <pc:sldMk cId="0" sldId="267"/>
            <ac:cxnSpMk id="7" creationId="{153AFEC3-F63D-CF02-1FD8-B50F52CF7C20}"/>
          </ac:cxnSpMkLst>
        </pc:cxnChg>
      </pc:sldChg>
      <pc:sldChg chg="addSp delSp modSp mod">
        <pc:chgData name="Asodekar, Samiksha Suhas (Cognizant)" userId="8aadca54-061c-4abd-b96f-d682a0f2b119" providerId="ADAL" clId="{CAD31E22-822A-445E-B075-79477E914692}" dt="2025-12-08T03:58:52.142" v="1053"/>
        <pc:sldMkLst>
          <pc:docMk/>
          <pc:sldMk cId="0" sldId="268"/>
        </pc:sldMkLst>
        <pc:spChg chg="mod">
          <ac:chgData name="Asodekar, Samiksha Suhas (Cognizant)" userId="8aadca54-061c-4abd-b96f-d682a0f2b119" providerId="ADAL" clId="{CAD31E22-822A-445E-B075-79477E914692}" dt="2025-12-08T03:43:22.107" v="614" actId="120"/>
          <ac:spMkLst>
            <pc:docMk/>
            <pc:sldMk cId="0" sldId="268"/>
            <ac:spMk id="2" creationId="{00000000-0000-0000-0000-000000000000}"/>
          </ac:spMkLst>
        </pc:spChg>
        <pc:spChg chg="del">
          <ac:chgData name="Asodekar, Samiksha Suhas (Cognizant)" userId="8aadca54-061c-4abd-b96f-d682a0f2b119" providerId="ADAL" clId="{CAD31E22-822A-445E-B075-79477E914692}" dt="2025-12-08T03:45:35.724" v="616" actId="478"/>
          <ac:spMkLst>
            <pc:docMk/>
            <pc:sldMk cId="0" sldId="268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8:52.142" v="1053"/>
          <ac:spMkLst>
            <pc:docMk/>
            <pc:sldMk cId="0" sldId="268"/>
            <ac:spMk id="4" creationId="{00000000-0000-0000-0000-000000000000}"/>
          </ac:spMkLst>
        </pc:spChg>
        <pc:spChg chg="add mod">
          <ac:chgData name="Asodekar, Samiksha Suhas (Cognizant)" userId="8aadca54-061c-4abd-b96f-d682a0f2b119" providerId="ADAL" clId="{CAD31E22-822A-445E-B075-79477E914692}" dt="2025-12-08T03:46:52.468" v="625" actId="12"/>
          <ac:spMkLst>
            <pc:docMk/>
            <pc:sldMk cId="0" sldId="268"/>
            <ac:spMk id="6" creationId="{1F28175C-A9BC-7855-3991-655E52CA3564}"/>
          </ac:spMkLst>
        </pc:spChg>
        <pc:spChg chg="add del mod">
          <ac:chgData name="Asodekar, Samiksha Suhas (Cognizant)" userId="8aadca54-061c-4abd-b96f-d682a0f2b119" providerId="ADAL" clId="{CAD31E22-822A-445E-B075-79477E914692}" dt="2025-12-08T03:47:12.932" v="881"/>
          <ac:spMkLst>
            <pc:docMk/>
            <pc:sldMk cId="0" sldId="268"/>
            <ac:spMk id="7" creationId="{2E46D47B-EBB4-57D6-767A-98A9E903277B}"/>
          </ac:spMkLst>
        </pc:spChg>
        <pc:cxnChg chg="add mod">
          <ac:chgData name="Asodekar, Samiksha Suhas (Cognizant)" userId="8aadca54-061c-4abd-b96f-d682a0f2b119" providerId="ADAL" clId="{CAD31E22-822A-445E-B075-79477E914692}" dt="2025-12-07T15:56:25.190" v="277"/>
          <ac:cxnSpMkLst>
            <pc:docMk/>
            <pc:sldMk cId="0" sldId="268"/>
            <ac:cxnSpMk id="5" creationId="{6BBC435F-B26E-EAEC-DA0A-32F0EC45228D}"/>
          </ac:cxnSpMkLst>
        </pc:cxnChg>
      </pc:sldChg>
      <pc:sldChg chg="addSp delSp modSp mod">
        <pc:chgData name="Asodekar, Samiksha Suhas (Cognizant)" userId="8aadca54-061c-4abd-b96f-d682a0f2b119" providerId="ADAL" clId="{CAD31E22-822A-445E-B075-79477E914692}" dt="2025-12-08T03:59:02.153" v="1054"/>
        <pc:sldMkLst>
          <pc:docMk/>
          <pc:sldMk cId="0" sldId="269"/>
        </pc:sldMkLst>
        <pc:spChg chg="mod">
          <ac:chgData name="Asodekar, Samiksha Suhas (Cognizant)" userId="8aadca54-061c-4abd-b96f-d682a0f2b119" providerId="ADAL" clId="{CAD31E22-822A-445E-B075-79477E914692}" dt="2025-12-08T03:41:39.003" v="570" actId="120"/>
          <ac:spMkLst>
            <pc:docMk/>
            <pc:sldMk cId="0" sldId="269"/>
            <ac:spMk id="2" creationId="{00000000-0000-0000-0000-000000000000}"/>
          </ac:spMkLst>
        </pc:spChg>
        <pc:spChg chg="del mod">
          <ac:chgData name="Asodekar, Samiksha Suhas (Cognizant)" userId="8aadca54-061c-4abd-b96f-d682a0f2b119" providerId="ADAL" clId="{CAD31E22-822A-445E-B075-79477E914692}" dt="2025-12-08T03:43:01.483" v="613"/>
          <ac:spMkLst>
            <pc:docMk/>
            <pc:sldMk cId="0" sldId="269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9:02.153" v="105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Asodekar, Samiksha Suhas (Cognizant)" userId="8aadca54-061c-4abd-b96f-d682a0f2b119" providerId="ADAL" clId="{CAD31E22-822A-445E-B075-79477E914692}" dt="2025-12-08T03:42:58.847" v="611" actId="20577"/>
          <ac:spMkLst>
            <pc:docMk/>
            <pc:sldMk cId="0" sldId="269"/>
            <ac:spMk id="6" creationId="{3A7F1B63-14A8-D471-4B70-B293C14B284C}"/>
          </ac:spMkLst>
        </pc:spChg>
        <pc:spChg chg="add mod">
          <ac:chgData name="Asodekar, Samiksha Suhas (Cognizant)" userId="8aadca54-061c-4abd-b96f-d682a0f2b119" providerId="ADAL" clId="{CAD31E22-822A-445E-B075-79477E914692}" dt="2025-12-08T03:42:24.366" v="603" actId="21"/>
          <ac:spMkLst>
            <pc:docMk/>
            <pc:sldMk cId="0" sldId="269"/>
            <ac:spMk id="7" creationId="{7BEC8F85-F640-211A-D0B0-C3C2EAD7492F}"/>
          </ac:spMkLst>
        </pc:spChg>
        <pc:cxnChg chg="add mod">
          <ac:chgData name="Asodekar, Samiksha Suhas (Cognizant)" userId="8aadca54-061c-4abd-b96f-d682a0f2b119" providerId="ADAL" clId="{CAD31E22-822A-445E-B075-79477E914692}" dt="2025-12-08T03:41:55.483" v="598" actId="1076"/>
          <ac:cxnSpMkLst>
            <pc:docMk/>
            <pc:sldMk cId="0" sldId="269"/>
            <ac:cxnSpMk id="5" creationId="{4E598419-9C08-1941-6B52-97A3F6147951}"/>
          </ac:cxnSpMkLst>
        </pc:cxnChg>
      </pc:sldChg>
      <pc:sldChg chg="addSp delSp modSp mod">
        <pc:chgData name="Asodekar, Samiksha Suhas (Cognizant)" userId="8aadca54-061c-4abd-b96f-d682a0f2b119" providerId="ADAL" clId="{CAD31E22-822A-445E-B075-79477E914692}" dt="2025-12-08T03:59:13.902" v="1055"/>
        <pc:sldMkLst>
          <pc:docMk/>
          <pc:sldMk cId="0" sldId="270"/>
        </pc:sldMkLst>
        <pc:spChg chg="mod">
          <ac:chgData name="Asodekar, Samiksha Suhas (Cognizant)" userId="8aadca54-061c-4abd-b96f-d682a0f2b119" providerId="ADAL" clId="{CAD31E22-822A-445E-B075-79477E914692}" dt="2025-12-08T03:37:40.299" v="514" actId="120"/>
          <ac:spMkLst>
            <pc:docMk/>
            <pc:sldMk cId="0" sldId="270"/>
            <ac:spMk id="2" creationId="{00000000-0000-0000-0000-000000000000}"/>
          </ac:spMkLst>
        </pc:spChg>
        <pc:spChg chg="add del mod">
          <ac:chgData name="Asodekar, Samiksha Suhas (Cognizant)" userId="8aadca54-061c-4abd-b96f-d682a0f2b119" providerId="ADAL" clId="{CAD31E22-822A-445E-B075-79477E914692}" dt="2025-12-08T03:38:15.966" v="524" actId="47"/>
          <ac:spMkLst>
            <pc:docMk/>
            <pc:sldMk cId="0" sldId="270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59:13.902" v="1055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Asodekar, Samiksha Suhas (Cognizant)" userId="8aadca54-061c-4abd-b96f-d682a0f2b119" providerId="ADAL" clId="{CAD31E22-822A-445E-B075-79477E914692}" dt="2025-12-08T03:39:47.747" v="556" actId="1076"/>
          <ac:spMkLst>
            <pc:docMk/>
            <pc:sldMk cId="0" sldId="270"/>
            <ac:spMk id="6" creationId="{D2015384-BB5C-D442-09D3-219E924D4882}"/>
          </ac:spMkLst>
        </pc:spChg>
        <pc:spChg chg="add">
          <ac:chgData name="Asodekar, Samiksha Suhas (Cognizant)" userId="8aadca54-061c-4abd-b96f-d682a0f2b119" providerId="ADAL" clId="{CAD31E22-822A-445E-B075-79477E914692}" dt="2025-12-08T03:38:01.437" v="516"/>
          <ac:spMkLst>
            <pc:docMk/>
            <pc:sldMk cId="0" sldId="270"/>
            <ac:spMk id="7" creationId="{DE85EA80-E3A7-0A81-7F27-B4F59B3929F9}"/>
          </ac:spMkLst>
        </pc:spChg>
        <pc:spChg chg="add">
          <ac:chgData name="Asodekar, Samiksha Suhas (Cognizant)" userId="8aadca54-061c-4abd-b96f-d682a0f2b119" providerId="ADAL" clId="{CAD31E22-822A-445E-B075-79477E914692}" dt="2025-12-08T03:38:07.020" v="521"/>
          <ac:spMkLst>
            <pc:docMk/>
            <pc:sldMk cId="0" sldId="270"/>
            <ac:spMk id="8" creationId="{6CA21BF7-FCC1-10A7-5237-E3F946335622}"/>
          </ac:spMkLst>
        </pc:spChg>
        <pc:spChg chg="add mod">
          <ac:chgData name="Asodekar, Samiksha Suhas (Cognizant)" userId="8aadca54-061c-4abd-b96f-d682a0f2b119" providerId="ADAL" clId="{CAD31E22-822A-445E-B075-79477E914692}" dt="2025-12-08T03:38:19.336" v="526"/>
          <ac:spMkLst>
            <pc:docMk/>
            <pc:sldMk cId="0" sldId="270"/>
            <ac:spMk id="9" creationId="{C452511C-AFCD-3BC8-C61C-9BC7BB0E6E1C}"/>
          </ac:spMkLst>
        </pc:spChg>
        <pc:spChg chg="add mod">
          <ac:chgData name="Asodekar, Samiksha Suhas (Cognizant)" userId="8aadca54-061c-4abd-b96f-d682a0f2b119" providerId="ADAL" clId="{CAD31E22-822A-445E-B075-79477E914692}" dt="2025-12-08T03:40:46.557" v="565" actId="12"/>
          <ac:spMkLst>
            <pc:docMk/>
            <pc:sldMk cId="0" sldId="270"/>
            <ac:spMk id="10" creationId="{3C2F92D6-9BAC-AB5A-7F9A-318428FC4502}"/>
          </ac:spMkLst>
        </pc:spChg>
        <pc:spChg chg="add del mod">
          <ac:chgData name="Asodekar, Samiksha Suhas (Cognizant)" userId="8aadca54-061c-4abd-b96f-d682a0f2b119" providerId="ADAL" clId="{CAD31E22-822A-445E-B075-79477E914692}" dt="2025-12-08T03:40:53.503" v="568"/>
          <ac:spMkLst>
            <pc:docMk/>
            <pc:sldMk cId="0" sldId="270"/>
            <ac:spMk id="11" creationId="{5ABBFFF9-871A-4198-0447-C58CC43E3119}"/>
          </ac:spMkLst>
        </pc:spChg>
        <pc:spChg chg="add mod">
          <ac:chgData name="Asodekar, Samiksha Suhas (Cognizant)" userId="8aadca54-061c-4abd-b96f-d682a0f2b119" providerId="ADAL" clId="{CAD31E22-822A-445E-B075-79477E914692}" dt="2025-12-08T03:38:49.174" v="544"/>
          <ac:spMkLst>
            <pc:docMk/>
            <pc:sldMk cId="0" sldId="270"/>
            <ac:spMk id="12" creationId="{B6F8ABAD-8DEF-3442-493E-0373EB0F4E3A}"/>
          </ac:spMkLst>
        </pc:spChg>
        <pc:spChg chg="add mod">
          <ac:chgData name="Asodekar, Samiksha Suhas (Cognizant)" userId="8aadca54-061c-4abd-b96f-d682a0f2b119" providerId="ADAL" clId="{CAD31E22-822A-445E-B075-79477E914692}" dt="2025-12-08T03:38:50.310" v="545"/>
          <ac:spMkLst>
            <pc:docMk/>
            <pc:sldMk cId="0" sldId="270"/>
            <ac:spMk id="13" creationId="{5563F1B4-6FE6-B96D-63D9-85EF0DB239E2}"/>
          </ac:spMkLst>
        </pc:spChg>
        <pc:cxnChg chg="add mod">
          <ac:chgData name="Asodekar, Samiksha Suhas (Cognizant)" userId="8aadca54-061c-4abd-b96f-d682a0f2b119" providerId="ADAL" clId="{CAD31E22-822A-445E-B075-79477E914692}" dt="2025-12-07T15:56:29.908" v="279"/>
          <ac:cxnSpMkLst>
            <pc:docMk/>
            <pc:sldMk cId="0" sldId="270"/>
            <ac:cxnSpMk id="5" creationId="{0ECFB36D-F615-46B7-5F63-46A0766E031D}"/>
          </ac:cxnSpMkLst>
        </pc:cxnChg>
      </pc:sldChg>
      <pc:sldChg chg="addSp modSp mod">
        <pc:chgData name="Asodekar, Samiksha Suhas (Cognizant)" userId="8aadca54-061c-4abd-b96f-d682a0f2b119" providerId="ADAL" clId="{CAD31E22-822A-445E-B075-79477E914692}" dt="2025-12-08T03:37:03.719" v="511" actId="120"/>
        <pc:sldMkLst>
          <pc:docMk/>
          <pc:sldMk cId="0" sldId="271"/>
        </pc:sldMkLst>
        <pc:spChg chg="mod">
          <ac:chgData name="Asodekar, Samiksha Suhas (Cognizant)" userId="8aadca54-061c-4abd-b96f-d682a0f2b119" providerId="ADAL" clId="{CAD31E22-822A-445E-B075-79477E914692}" dt="2025-12-08T03:37:03.719" v="511" actId="120"/>
          <ac:spMkLst>
            <pc:docMk/>
            <pc:sldMk cId="0" sldId="271"/>
            <ac:spMk id="2" creationId="{00000000-0000-0000-0000-000000000000}"/>
          </ac:spMkLst>
        </pc:spChg>
        <pc:cxnChg chg="add mod">
          <ac:chgData name="Asodekar, Samiksha Suhas (Cognizant)" userId="8aadca54-061c-4abd-b96f-d682a0f2b119" providerId="ADAL" clId="{CAD31E22-822A-445E-B075-79477E914692}" dt="2025-12-07T16:06:06.352" v="328"/>
          <ac:cxnSpMkLst>
            <pc:docMk/>
            <pc:sldMk cId="0" sldId="271"/>
            <ac:cxnSpMk id="3" creationId="{93F92CA1-FD1E-34A4-BDCA-0FC42A492D7D}"/>
          </ac:cxnSpMkLst>
        </pc:cxnChg>
      </pc:sldChg>
      <pc:sldChg chg="addSp modSp mod">
        <pc:chgData name="Asodekar, Samiksha Suhas (Cognizant)" userId="8aadca54-061c-4abd-b96f-d682a0f2b119" providerId="ADAL" clId="{CAD31E22-822A-445E-B075-79477E914692}" dt="2025-12-08T03:36:54.324" v="510" actId="120"/>
        <pc:sldMkLst>
          <pc:docMk/>
          <pc:sldMk cId="0" sldId="272"/>
        </pc:sldMkLst>
        <pc:spChg chg="mod">
          <ac:chgData name="Asodekar, Samiksha Suhas (Cognizant)" userId="8aadca54-061c-4abd-b96f-d682a0f2b119" providerId="ADAL" clId="{CAD31E22-822A-445E-B075-79477E914692}" dt="2025-12-08T03:36:54.324" v="510" actId="120"/>
          <ac:spMkLst>
            <pc:docMk/>
            <pc:sldMk cId="0" sldId="272"/>
            <ac:spMk id="2" creationId="{00000000-0000-0000-0000-000000000000}"/>
          </ac:spMkLst>
        </pc:spChg>
        <pc:cxnChg chg="add mod">
          <ac:chgData name="Asodekar, Samiksha Suhas (Cognizant)" userId="8aadca54-061c-4abd-b96f-d682a0f2b119" providerId="ADAL" clId="{CAD31E22-822A-445E-B075-79477E914692}" dt="2025-12-07T15:58:51.652" v="302"/>
          <ac:cxnSpMkLst>
            <pc:docMk/>
            <pc:sldMk cId="0" sldId="272"/>
            <ac:cxnSpMk id="3" creationId="{27097F56-C78C-F90D-2E01-A38893EE8001}"/>
          </ac:cxnSpMkLst>
        </pc:cxnChg>
        <pc:cxnChg chg="add mod">
          <ac:chgData name="Asodekar, Samiksha Suhas (Cognizant)" userId="8aadca54-061c-4abd-b96f-d682a0f2b119" providerId="ADAL" clId="{CAD31E22-822A-445E-B075-79477E914692}" dt="2025-12-07T16:06:08.010" v="329"/>
          <ac:cxnSpMkLst>
            <pc:docMk/>
            <pc:sldMk cId="0" sldId="272"/>
            <ac:cxnSpMk id="4" creationId="{F6CC6ED7-BDFE-9E74-B175-04C757405903}"/>
          </ac:cxnSpMkLst>
        </pc:cxnChg>
      </pc:sldChg>
      <pc:sldChg chg="addSp delSp modSp del mod">
        <pc:chgData name="Asodekar, Samiksha Suhas (Cognizant)" userId="8aadca54-061c-4abd-b96f-d682a0f2b119" providerId="ADAL" clId="{CAD31E22-822A-445E-B075-79477E914692}" dt="2025-12-08T04:07:50.609" v="1103" actId="47"/>
        <pc:sldMkLst>
          <pc:docMk/>
          <pc:sldMk cId="0" sldId="273"/>
        </pc:sldMkLst>
        <pc:spChg chg="mod">
          <ac:chgData name="Asodekar, Samiksha Suhas (Cognizant)" userId="8aadca54-061c-4abd-b96f-d682a0f2b119" providerId="ADAL" clId="{CAD31E22-822A-445E-B075-79477E914692}" dt="2025-12-08T04:03:39.055" v="1061" actId="120"/>
          <ac:spMkLst>
            <pc:docMk/>
            <pc:sldMk cId="0" sldId="273"/>
            <ac:spMk id="2" creationId="{00000000-0000-0000-0000-000000000000}"/>
          </ac:spMkLst>
        </pc:spChg>
        <pc:spChg chg="del mod">
          <ac:chgData name="Asodekar, Samiksha Suhas (Cognizant)" userId="8aadca54-061c-4abd-b96f-d682a0f2b119" providerId="ADAL" clId="{CAD31E22-822A-445E-B075-79477E914692}" dt="2025-12-08T03:36:31.273" v="509"/>
          <ac:spMkLst>
            <pc:docMk/>
            <pc:sldMk cId="0" sldId="273"/>
            <ac:spMk id="3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4:06:34.559" v="1071" actId="20577"/>
          <ac:spMkLst>
            <pc:docMk/>
            <pc:sldMk cId="0" sldId="273"/>
            <ac:spMk id="4" creationId="{00000000-0000-0000-0000-000000000000}"/>
          </ac:spMkLst>
        </pc:spChg>
        <pc:cxnChg chg="add mod">
          <ac:chgData name="Asodekar, Samiksha Suhas (Cognizant)" userId="8aadca54-061c-4abd-b96f-d682a0f2b119" providerId="ADAL" clId="{CAD31E22-822A-445E-B075-79477E914692}" dt="2025-12-08T03:34:46.285" v="452" actId="1076"/>
          <ac:cxnSpMkLst>
            <pc:docMk/>
            <pc:sldMk cId="0" sldId="273"/>
            <ac:cxnSpMk id="5" creationId="{05BBC1AB-0451-A268-7F2D-984025D23910}"/>
          </ac:cxnSpMkLst>
        </pc:cxnChg>
      </pc:sldChg>
      <pc:sldChg chg="addSp modSp mod">
        <pc:chgData name="Asodekar, Samiksha Suhas (Cognizant)" userId="8aadca54-061c-4abd-b96f-d682a0f2b119" providerId="ADAL" clId="{CAD31E22-822A-445E-B075-79477E914692}" dt="2025-12-08T03:34:08.065" v="446" actId="120"/>
        <pc:sldMkLst>
          <pc:docMk/>
          <pc:sldMk cId="0" sldId="274"/>
        </pc:sldMkLst>
        <pc:spChg chg="mod">
          <ac:chgData name="Asodekar, Samiksha Suhas (Cognizant)" userId="8aadca54-061c-4abd-b96f-d682a0f2b119" providerId="ADAL" clId="{CAD31E22-822A-445E-B075-79477E914692}" dt="2025-12-08T03:34:08.065" v="446" actId="120"/>
          <ac:spMkLst>
            <pc:docMk/>
            <pc:sldMk cId="0" sldId="274"/>
            <ac:spMk id="2" creationId="{00000000-0000-0000-0000-000000000000}"/>
          </ac:spMkLst>
        </pc:spChg>
        <pc:cxnChg chg="add mod">
          <ac:chgData name="Asodekar, Samiksha Suhas (Cognizant)" userId="8aadca54-061c-4abd-b96f-d682a0f2b119" providerId="ADAL" clId="{CAD31E22-822A-445E-B075-79477E914692}" dt="2025-12-07T16:06:15.274" v="330"/>
          <ac:cxnSpMkLst>
            <pc:docMk/>
            <pc:sldMk cId="0" sldId="274"/>
            <ac:cxnSpMk id="3" creationId="{16195BB7-16FB-0B04-6DBF-CDDC1F694D12}"/>
          </ac:cxnSpMkLst>
        </pc:cxnChg>
      </pc:sldChg>
      <pc:sldChg chg="addSp modSp">
        <pc:chgData name="Asodekar, Samiksha Suhas (Cognizant)" userId="8aadca54-061c-4abd-b96f-d682a0f2b119" providerId="ADAL" clId="{CAD31E22-822A-445E-B075-79477E914692}" dt="2025-12-07T16:06:19.674" v="331"/>
        <pc:sldMkLst>
          <pc:docMk/>
          <pc:sldMk cId="0" sldId="275"/>
        </pc:sldMkLst>
        <pc:cxnChg chg="add mod">
          <ac:chgData name="Asodekar, Samiksha Suhas (Cognizant)" userId="8aadca54-061c-4abd-b96f-d682a0f2b119" providerId="ADAL" clId="{CAD31E22-822A-445E-B075-79477E914692}" dt="2025-12-07T16:06:19.674" v="331"/>
          <ac:cxnSpMkLst>
            <pc:docMk/>
            <pc:sldMk cId="0" sldId="275"/>
            <ac:cxnSpMk id="3" creationId="{53D73DB9-5728-D05D-EEDA-758F72CF8EF8}"/>
          </ac:cxnSpMkLst>
        </pc:cxnChg>
      </pc:sldChg>
      <pc:sldChg chg="addSp modSp mod">
        <pc:chgData name="Asodekar, Samiksha Suhas (Cognizant)" userId="8aadca54-061c-4abd-b96f-d682a0f2b119" providerId="ADAL" clId="{CAD31E22-822A-445E-B075-79477E914692}" dt="2025-12-08T03:33:48.656" v="445" actId="120"/>
        <pc:sldMkLst>
          <pc:docMk/>
          <pc:sldMk cId="0" sldId="276"/>
        </pc:sldMkLst>
        <pc:spChg chg="mod">
          <ac:chgData name="Asodekar, Samiksha Suhas (Cognizant)" userId="8aadca54-061c-4abd-b96f-d682a0f2b119" providerId="ADAL" clId="{CAD31E22-822A-445E-B075-79477E914692}" dt="2025-12-08T03:33:48.656" v="445" actId="120"/>
          <ac:spMkLst>
            <pc:docMk/>
            <pc:sldMk cId="0" sldId="276"/>
            <ac:spMk id="2" creationId="{00000000-0000-0000-0000-000000000000}"/>
          </ac:spMkLst>
        </pc:spChg>
        <pc:cxnChg chg="add mod">
          <ac:chgData name="Asodekar, Samiksha Suhas (Cognizant)" userId="8aadca54-061c-4abd-b96f-d682a0f2b119" providerId="ADAL" clId="{CAD31E22-822A-445E-B075-79477E914692}" dt="2025-12-07T16:06:21.989" v="332"/>
          <ac:cxnSpMkLst>
            <pc:docMk/>
            <pc:sldMk cId="0" sldId="276"/>
            <ac:cxnSpMk id="3" creationId="{588538D7-4C03-7031-91A3-C8FEB755BCFD}"/>
          </ac:cxnSpMkLst>
        </pc:cxnChg>
      </pc:sldChg>
      <pc:sldChg chg="addSp modSp mod">
        <pc:chgData name="Asodekar, Samiksha Suhas (Cognizant)" userId="8aadca54-061c-4abd-b96f-d682a0f2b119" providerId="ADAL" clId="{CAD31E22-822A-445E-B075-79477E914692}" dt="2025-12-08T03:33:28.678" v="444" actId="120"/>
        <pc:sldMkLst>
          <pc:docMk/>
          <pc:sldMk cId="0" sldId="277"/>
        </pc:sldMkLst>
        <pc:spChg chg="mod">
          <ac:chgData name="Asodekar, Samiksha Suhas (Cognizant)" userId="8aadca54-061c-4abd-b96f-d682a0f2b119" providerId="ADAL" clId="{CAD31E22-822A-445E-B075-79477E914692}" dt="2025-12-08T03:33:28.678" v="444" actId="120"/>
          <ac:spMkLst>
            <pc:docMk/>
            <pc:sldMk cId="0" sldId="277"/>
            <ac:spMk id="2" creationId="{00000000-0000-0000-0000-000000000000}"/>
          </ac:spMkLst>
        </pc:spChg>
        <pc:spChg chg="mod">
          <ac:chgData name="Asodekar, Samiksha Suhas (Cognizant)" userId="8aadca54-061c-4abd-b96f-d682a0f2b119" providerId="ADAL" clId="{CAD31E22-822A-445E-B075-79477E914692}" dt="2025-12-08T03:33:04.354" v="443" actId="255"/>
          <ac:spMkLst>
            <pc:docMk/>
            <pc:sldMk cId="0" sldId="277"/>
            <ac:spMk id="3" creationId="{00000000-0000-0000-0000-000000000000}"/>
          </ac:spMkLst>
        </pc:spChg>
        <pc:cxnChg chg="add mod">
          <ac:chgData name="Asodekar, Samiksha Suhas (Cognizant)" userId="8aadca54-061c-4abd-b96f-d682a0f2b119" providerId="ADAL" clId="{CAD31E22-822A-445E-B075-79477E914692}" dt="2025-12-07T15:56:44.120" v="282"/>
          <ac:cxnSpMkLst>
            <pc:docMk/>
            <pc:sldMk cId="0" sldId="277"/>
            <ac:cxnSpMk id="4" creationId="{177126D0-03B2-2A29-E6BF-0484967D44A3}"/>
          </ac:cxnSpMkLst>
        </pc:cxnChg>
      </pc:sldChg>
      <pc:sldChg chg="addSp delSp modSp mod">
        <pc:chgData name="Asodekar, Samiksha Suhas (Cognizant)" userId="8aadca54-061c-4abd-b96f-d682a0f2b119" providerId="ADAL" clId="{CAD31E22-822A-445E-B075-79477E914692}" dt="2025-12-08T04:07:38.659" v="1087" actId="1076"/>
        <pc:sldMkLst>
          <pc:docMk/>
          <pc:sldMk cId="1307782511" sldId="278"/>
        </pc:sldMkLst>
        <pc:spChg chg="mod">
          <ac:chgData name="Asodekar, Samiksha Suhas (Cognizant)" userId="8aadca54-061c-4abd-b96f-d682a0f2b119" providerId="ADAL" clId="{CAD31E22-822A-445E-B075-79477E914692}" dt="2025-12-08T03:35:40.864" v="465" actId="255"/>
          <ac:spMkLst>
            <pc:docMk/>
            <pc:sldMk cId="1307782511" sldId="278"/>
            <ac:spMk id="2" creationId="{2806A68F-A4EA-984A-1E92-F97AD9935110}"/>
          </ac:spMkLst>
        </pc:spChg>
        <pc:spChg chg="del mod">
          <ac:chgData name="Asodekar, Samiksha Suhas (Cognizant)" userId="8aadca54-061c-4abd-b96f-d682a0f2b119" providerId="ADAL" clId="{CAD31E22-822A-445E-B075-79477E914692}" dt="2025-12-07T16:00:25.172" v="323" actId="478"/>
          <ac:spMkLst>
            <pc:docMk/>
            <pc:sldMk cId="1307782511" sldId="278"/>
            <ac:spMk id="3" creationId="{363DDFBB-3C54-EE58-8F37-E7B476F0EC97}"/>
          </ac:spMkLst>
        </pc:spChg>
        <pc:spChg chg="mod">
          <ac:chgData name="Asodekar, Samiksha Suhas (Cognizant)" userId="8aadca54-061c-4abd-b96f-d682a0f2b119" providerId="ADAL" clId="{CAD31E22-822A-445E-B075-79477E914692}" dt="2025-12-08T04:07:38.659" v="1087" actId="1076"/>
          <ac:spMkLst>
            <pc:docMk/>
            <pc:sldMk cId="1307782511" sldId="278"/>
            <ac:spMk id="4" creationId="{474378A1-78E2-995F-C787-8924210D62BE}"/>
          </ac:spMkLst>
        </pc:spChg>
        <pc:spChg chg="add del">
          <ac:chgData name="Asodekar, Samiksha Suhas (Cognizant)" userId="8aadca54-061c-4abd-b96f-d682a0f2b119" providerId="ADAL" clId="{CAD31E22-822A-445E-B075-79477E914692}" dt="2025-12-08T04:03:14.321" v="1058" actId="22"/>
          <ac:spMkLst>
            <pc:docMk/>
            <pc:sldMk cId="1307782511" sldId="278"/>
            <ac:spMk id="7" creationId="{8852E842-385A-4FA2-1864-D23F35CEC397}"/>
          </ac:spMkLst>
        </pc:spChg>
        <pc:cxnChg chg="add mod">
          <ac:chgData name="Asodekar, Samiksha Suhas (Cognizant)" userId="8aadca54-061c-4abd-b96f-d682a0f2b119" providerId="ADAL" clId="{CAD31E22-822A-445E-B075-79477E914692}" dt="2025-12-08T03:35:50.879" v="467" actId="1076"/>
          <ac:cxnSpMkLst>
            <pc:docMk/>
            <pc:sldMk cId="1307782511" sldId="278"/>
            <ac:cxnSpMk id="5" creationId="{551D2CC4-910C-3DBF-0D0D-5A8B12780CD1}"/>
          </ac:cxnSpMkLst>
        </pc:cxnChg>
      </pc:sldChg>
      <pc:sldChg chg="modSp mod">
        <pc:chgData name="Asodekar, Samiksha Suhas (Cognizant)" userId="8aadca54-061c-4abd-b96f-d682a0f2b119" providerId="ADAL" clId="{CAD31E22-822A-445E-B075-79477E914692}" dt="2025-12-07T16:05:42.147" v="327" actId="1076"/>
        <pc:sldMkLst>
          <pc:docMk/>
          <pc:sldMk cId="3718339250" sldId="279"/>
        </pc:sldMkLst>
        <pc:spChg chg="mod">
          <ac:chgData name="Asodekar, Samiksha Suhas (Cognizant)" userId="8aadca54-061c-4abd-b96f-d682a0f2b119" providerId="ADAL" clId="{CAD31E22-822A-445E-B075-79477E914692}" dt="2025-12-07T16:05:42.147" v="327" actId="1076"/>
          <ac:spMkLst>
            <pc:docMk/>
            <pc:sldMk cId="3718339250" sldId="279"/>
            <ac:spMk id="2" creationId="{C7321623-B45B-3111-658E-183D4D5B0B39}"/>
          </ac:spMkLst>
        </pc:spChg>
      </pc:sldChg>
      <pc:sldChg chg="addSp delSp modSp new mod">
        <pc:chgData name="Asodekar, Samiksha Suhas (Cognizant)" userId="8aadca54-061c-4abd-b96f-d682a0f2b119" providerId="ADAL" clId="{CAD31E22-822A-445E-B075-79477E914692}" dt="2025-12-07T15:58:10.480" v="299" actId="1076"/>
        <pc:sldMkLst>
          <pc:docMk/>
          <pc:sldMk cId="2173282981" sldId="280"/>
        </pc:sldMkLst>
        <pc:spChg chg="del">
          <ac:chgData name="Asodekar, Samiksha Suhas (Cognizant)" userId="8aadca54-061c-4abd-b96f-d682a0f2b119" providerId="ADAL" clId="{CAD31E22-822A-445E-B075-79477E914692}" dt="2025-12-07T15:57:52.148" v="294" actId="478"/>
          <ac:spMkLst>
            <pc:docMk/>
            <pc:sldMk cId="2173282981" sldId="280"/>
            <ac:spMk id="2" creationId="{3B1DE9FA-DB96-4F7C-8483-D51288B59A20}"/>
          </ac:spMkLst>
        </pc:spChg>
        <pc:spChg chg="mod">
          <ac:chgData name="Asodekar, Samiksha Suhas (Cognizant)" userId="8aadca54-061c-4abd-b96f-d682a0f2b119" providerId="ADAL" clId="{CAD31E22-822A-445E-B075-79477E914692}" dt="2025-12-07T15:58:06.322" v="298" actId="20577"/>
          <ac:spMkLst>
            <pc:docMk/>
            <pc:sldMk cId="2173282981" sldId="280"/>
            <ac:spMk id="3" creationId="{A7BAA867-D358-7AA2-3CBA-4A77AC4C01F6}"/>
          </ac:spMkLst>
        </pc:spChg>
        <pc:cxnChg chg="add mod">
          <ac:chgData name="Asodekar, Samiksha Suhas (Cognizant)" userId="8aadca54-061c-4abd-b96f-d682a0f2b119" providerId="ADAL" clId="{CAD31E22-822A-445E-B075-79477E914692}" dt="2025-12-07T15:58:10.480" v="299" actId="1076"/>
          <ac:cxnSpMkLst>
            <pc:docMk/>
            <pc:sldMk cId="2173282981" sldId="280"/>
            <ac:cxnSpMk id="4" creationId="{81C0C592-FF2A-6D23-047C-11C68EEA2399}"/>
          </ac:cxnSpMkLst>
        </pc:cxnChg>
      </pc:sldChg>
      <pc:sldChg chg="addSp delSp modSp add mod">
        <pc:chgData name="Asodekar, Samiksha Suhas (Cognizant)" userId="8aadca54-061c-4abd-b96f-d682a0f2b119" providerId="ADAL" clId="{CAD31E22-822A-445E-B075-79477E914692}" dt="2025-12-08T04:08:36.378" v="1107" actId="27614"/>
        <pc:sldMkLst>
          <pc:docMk/>
          <pc:sldMk cId="454340961" sldId="281"/>
        </pc:sldMkLst>
        <pc:spChg chg="del mod">
          <ac:chgData name="Asodekar, Samiksha Suhas (Cognizant)" userId="8aadca54-061c-4abd-b96f-d682a0f2b119" providerId="ADAL" clId="{CAD31E22-822A-445E-B075-79477E914692}" dt="2025-12-08T04:08:22.671" v="1105" actId="478"/>
          <ac:spMkLst>
            <pc:docMk/>
            <pc:sldMk cId="454340961" sldId="281"/>
            <ac:spMk id="4" creationId="{8104E4C4-C65E-4857-D9BE-2EDE96A57400}"/>
          </ac:spMkLst>
        </pc:spChg>
        <pc:picChg chg="add mod">
          <ac:chgData name="Asodekar, Samiksha Suhas (Cognizant)" userId="8aadca54-061c-4abd-b96f-d682a0f2b119" providerId="ADAL" clId="{CAD31E22-822A-445E-B075-79477E914692}" dt="2025-12-08T04:08:36.378" v="1107" actId="27614"/>
          <ac:picMkLst>
            <pc:docMk/>
            <pc:sldMk cId="454340961" sldId="281"/>
            <ac:picMk id="6" creationId="{0337EE36-5D79-346D-A1A3-C62F76FF647D}"/>
          </ac:picMkLst>
        </pc:picChg>
      </pc:sldChg>
      <pc:sldChg chg="modSp add mod">
        <pc:chgData name="Asodekar, Samiksha Suhas (Cognizant)" userId="8aadca54-061c-4abd-b96f-d682a0f2b119" providerId="ADAL" clId="{CAD31E22-822A-445E-B075-79477E914692}" dt="2025-12-08T04:07:45.056" v="1102"/>
        <pc:sldMkLst>
          <pc:docMk/>
          <pc:sldMk cId="273942934" sldId="282"/>
        </pc:sldMkLst>
        <pc:spChg chg="mod">
          <ac:chgData name="Asodekar, Samiksha Suhas (Cognizant)" userId="8aadca54-061c-4abd-b96f-d682a0f2b119" providerId="ADAL" clId="{CAD31E22-822A-445E-B075-79477E914692}" dt="2025-12-08T04:07:45.056" v="1102"/>
          <ac:spMkLst>
            <pc:docMk/>
            <pc:sldMk cId="273942934" sldId="282"/>
            <ac:spMk id="4" creationId="{4C82C099-6A58-3051-A4BB-A9157DEF333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9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4.png"/><Relationship Id="rId7" Type="http://schemas.openxmlformats.org/officeDocument/2006/relationships/image" Target="../media/image3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2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9.svg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4.png"/><Relationship Id="rId7" Type="http://schemas.openxmlformats.org/officeDocument/2006/relationships/image" Target="../media/image33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2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DA8EBA-B879-48A9-A75F-EF3F479E590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6956D9-F17C-476B-9111-1A9D2D3877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JDBC</a:t>
          </a:r>
        </a:p>
      </dgm:t>
    </dgm:pt>
    <dgm:pt modelId="{DABF99AE-B843-4BC2-AB5B-C39331E9A85B}" type="parTrans" cxnId="{D7BFB980-77BF-4568-A7CA-7C3DA9E281B2}">
      <dgm:prSet/>
      <dgm:spPr/>
      <dgm:t>
        <a:bodyPr/>
        <a:lstStyle/>
        <a:p>
          <a:endParaRPr lang="en-US"/>
        </a:p>
      </dgm:t>
    </dgm:pt>
    <dgm:pt modelId="{A8353B96-7701-43FF-B946-D502C63836FC}" type="sibTrans" cxnId="{D7BFB980-77BF-4568-A7CA-7C3DA9E281B2}">
      <dgm:prSet/>
      <dgm:spPr/>
      <dgm:t>
        <a:bodyPr/>
        <a:lstStyle/>
        <a:p>
          <a:endParaRPr lang="en-US"/>
        </a:p>
      </dgm:t>
    </dgm:pt>
    <dgm:pt modelId="{95A6E895-8515-4642-9254-60075A0679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Architecture &amp; Driver types</a:t>
          </a:r>
        </a:p>
      </dgm:t>
    </dgm:pt>
    <dgm:pt modelId="{54E2035B-2617-42C0-9FF4-BE93238C124A}" type="parTrans" cxnId="{4A720354-2694-4137-BEF0-6327B05139BC}">
      <dgm:prSet/>
      <dgm:spPr/>
      <dgm:t>
        <a:bodyPr/>
        <a:lstStyle/>
        <a:p>
          <a:endParaRPr lang="en-US"/>
        </a:p>
      </dgm:t>
    </dgm:pt>
    <dgm:pt modelId="{15D69AF7-B76A-4114-9176-F426333ED331}" type="sibTrans" cxnId="{4A720354-2694-4137-BEF0-6327B05139BC}">
      <dgm:prSet/>
      <dgm:spPr/>
      <dgm:t>
        <a:bodyPr/>
        <a:lstStyle/>
        <a:p>
          <a:endParaRPr lang="en-US"/>
        </a:p>
      </dgm:t>
    </dgm:pt>
    <dgm:pt modelId="{ADD84042-644C-4813-839D-651B08250F0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Connect → Query → Update (modern way)</a:t>
          </a:r>
        </a:p>
      </dgm:t>
    </dgm:pt>
    <dgm:pt modelId="{8636F1D9-2E91-4A02-869D-F3AE307E0D8E}" type="parTrans" cxnId="{45DF3EAE-F561-4298-B389-E13C7D1B487F}">
      <dgm:prSet/>
      <dgm:spPr/>
      <dgm:t>
        <a:bodyPr/>
        <a:lstStyle/>
        <a:p>
          <a:endParaRPr lang="en-US"/>
        </a:p>
      </dgm:t>
    </dgm:pt>
    <dgm:pt modelId="{8DA12982-1FAD-457D-ADE2-A2C99E83ADEE}" type="sibTrans" cxnId="{45DF3EAE-F561-4298-B389-E13C7D1B487F}">
      <dgm:prSet/>
      <dgm:spPr/>
      <dgm:t>
        <a:bodyPr/>
        <a:lstStyle/>
        <a:p>
          <a:endParaRPr lang="en-US"/>
        </a:p>
      </dgm:t>
    </dgm:pt>
    <dgm:pt modelId="{3881A81A-A900-4C3F-ADB4-9351681C94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Statements &amp; ResultSets</a:t>
          </a:r>
        </a:p>
      </dgm:t>
    </dgm:pt>
    <dgm:pt modelId="{ECAA4E37-CDF0-43B5-949C-439C540FD74C}" type="parTrans" cxnId="{BB02D5CC-AE03-4CC4-9409-4E69FB107534}">
      <dgm:prSet/>
      <dgm:spPr/>
      <dgm:t>
        <a:bodyPr/>
        <a:lstStyle/>
        <a:p>
          <a:endParaRPr lang="en-US"/>
        </a:p>
      </dgm:t>
    </dgm:pt>
    <dgm:pt modelId="{628D6908-5B81-4B96-B1F2-5C3FB00E1731}" type="sibTrans" cxnId="{BB02D5CC-AE03-4CC4-9409-4E69FB107534}">
      <dgm:prSet/>
      <dgm:spPr/>
      <dgm:t>
        <a:bodyPr/>
        <a:lstStyle/>
        <a:p>
          <a:endParaRPr lang="en-US"/>
        </a:p>
      </dgm:t>
    </dgm:pt>
    <dgm:pt modelId="{F4CABDB3-91DE-449B-9A84-265BA8F3E8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Transactions, Batching</a:t>
          </a:r>
        </a:p>
      </dgm:t>
    </dgm:pt>
    <dgm:pt modelId="{3B9A9EE7-50B6-4FF1-B70A-6807AF1E56CB}" type="parTrans" cxnId="{E9E39F98-9A67-4136-997E-BD188DDEB042}">
      <dgm:prSet/>
      <dgm:spPr/>
      <dgm:t>
        <a:bodyPr/>
        <a:lstStyle/>
        <a:p>
          <a:endParaRPr lang="en-US"/>
        </a:p>
      </dgm:t>
    </dgm:pt>
    <dgm:pt modelId="{9C466AF8-4673-418A-963B-FEF45848D6E6}" type="sibTrans" cxnId="{E9E39F98-9A67-4136-997E-BD188DDEB042}">
      <dgm:prSet/>
      <dgm:spPr/>
      <dgm:t>
        <a:bodyPr/>
        <a:lstStyle/>
        <a:p>
          <a:endParaRPr lang="en-US"/>
        </a:p>
      </dgm:t>
    </dgm:pt>
    <dgm:pt modelId="{2409ED5E-4BFA-4CE2-A4C3-A1446AEC7C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DataSource &amp; Pooling</a:t>
          </a:r>
        </a:p>
      </dgm:t>
    </dgm:pt>
    <dgm:pt modelId="{E5721E51-EFE3-46DB-B365-C14F3BD5F4E9}" type="parTrans" cxnId="{A6502B65-CECB-400B-9284-B735FB61A514}">
      <dgm:prSet/>
      <dgm:spPr/>
      <dgm:t>
        <a:bodyPr/>
        <a:lstStyle/>
        <a:p>
          <a:endParaRPr lang="en-US"/>
        </a:p>
      </dgm:t>
    </dgm:pt>
    <dgm:pt modelId="{FE2E64DD-847A-4074-9D23-E130CE721F08}" type="sibTrans" cxnId="{A6502B65-CECB-400B-9284-B735FB61A514}">
      <dgm:prSet/>
      <dgm:spPr/>
      <dgm:t>
        <a:bodyPr/>
        <a:lstStyle/>
        <a:p>
          <a:endParaRPr lang="en-US"/>
        </a:p>
      </dgm:t>
    </dgm:pt>
    <dgm:pt modelId="{3CD76471-BF8D-4036-BF4F-F0BF39533F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Mini walkthrough</a:t>
          </a:r>
        </a:p>
      </dgm:t>
    </dgm:pt>
    <dgm:pt modelId="{CB5C7220-9C05-4A6B-A8C9-46A8BA0A56E8}" type="parTrans" cxnId="{BE2DA516-3A63-4A28-B14D-F634062D4DC4}">
      <dgm:prSet/>
      <dgm:spPr/>
      <dgm:t>
        <a:bodyPr/>
        <a:lstStyle/>
        <a:p>
          <a:endParaRPr lang="en-US"/>
        </a:p>
      </dgm:t>
    </dgm:pt>
    <dgm:pt modelId="{B272FC0D-D46B-4CA3-980B-069EF05B6BE3}" type="sibTrans" cxnId="{BE2DA516-3A63-4A28-B14D-F634062D4DC4}">
      <dgm:prSet/>
      <dgm:spPr/>
      <dgm:t>
        <a:bodyPr/>
        <a:lstStyle/>
        <a:p>
          <a:endParaRPr lang="en-US"/>
        </a:p>
      </dgm:t>
    </dgm:pt>
    <dgm:pt modelId="{01CC1173-E24F-48FB-8238-1457F8AE8D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Best practices &amp; FAQs</a:t>
          </a:r>
        </a:p>
      </dgm:t>
    </dgm:pt>
    <dgm:pt modelId="{CD5FEEDB-EFBF-4F64-9F7A-F71EA8BE6679}" type="parTrans" cxnId="{73711DA4-BFDE-436D-84D1-7565846D9BAD}">
      <dgm:prSet/>
      <dgm:spPr/>
      <dgm:t>
        <a:bodyPr/>
        <a:lstStyle/>
        <a:p>
          <a:endParaRPr lang="en-US"/>
        </a:p>
      </dgm:t>
    </dgm:pt>
    <dgm:pt modelId="{9297FED6-C04C-4FF5-894D-D5DBD7A11B87}" type="sibTrans" cxnId="{73711DA4-BFDE-436D-84D1-7565846D9BAD}">
      <dgm:prSet/>
      <dgm:spPr/>
      <dgm:t>
        <a:bodyPr/>
        <a:lstStyle/>
        <a:p>
          <a:endParaRPr lang="en-US"/>
        </a:p>
      </dgm:t>
    </dgm:pt>
    <dgm:pt modelId="{913C721D-0F1D-4220-A87E-397D4820E45B}" type="pres">
      <dgm:prSet presAssocID="{4BDA8EBA-B879-48A9-A75F-EF3F479E5902}" presName="root" presStyleCnt="0">
        <dgm:presLayoutVars>
          <dgm:dir/>
          <dgm:resizeHandles val="exact"/>
        </dgm:presLayoutVars>
      </dgm:prSet>
      <dgm:spPr/>
    </dgm:pt>
    <dgm:pt modelId="{0E58AF51-382F-4E41-82DC-81B47A45B1F1}" type="pres">
      <dgm:prSet presAssocID="{716956D9-F17C-476B-9111-1A9D2D387730}" presName="compNode" presStyleCnt="0"/>
      <dgm:spPr/>
    </dgm:pt>
    <dgm:pt modelId="{D2F56321-D4B8-4590-AD01-5EDCF2B1D4A1}" type="pres">
      <dgm:prSet presAssocID="{716956D9-F17C-476B-9111-1A9D2D387730}" presName="bgRect" presStyleLbl="bgShp" presStyleIdx="0" presStyleCnt="8"/>
      <dgm:spPr/>
    </dgm:pt>
    <dgm:pt modelId="{03A64A32-9C7B-4F6C-9E2F-753E70E5D2E7}" type="pres">
      <dgm:prSet presAssocID="{716956D9-F17C-476B-9111-1A9D2D387730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AC67010-FD39-4A13-885A-0A0058DEC0C9}" type="pres">
      <dgm:prSet presAssocID="{716956D9-F17C-476B-9111-1A9D2D387730}" presName="spaceRect" presStyleCnt="0"/>
      <dgm:spPr/>
    </dgm:pt>
    <dgm:pt modelId="{393DFA88-88DB-4DCA-90AB-C404B74FE362}" type="pres">
      <dgm:prSet presAssocID="{716956D9-F17C-476B-9111-1A9D2D387730}" presName="parTx" presStyleLbl="revTx" presStyleIdx="0" presStyleCnt="8">
        <dgm:presLayoutVars>
          <dgm:chMax val="0"/>
          <dgm:chPref val="0"/>
        </dgm:presLayoutVars>
      </dgm:prSet>
      <dgm:spPr/>
    </dgm:pt>
    <dgm:pt modelId="{564D1F90-9752-414F-8DC1-6330DB01DA28}" type="pres">
      <dgm:prSet presAssocID="{A8353B96-7701-43FF-B946-D502C63836FC}" presName="sibTrans" presStyleCnt="0"/>
      <dgm:spPr/>
    </dgm:pt>
    <dgm:pt modelId="{32EC8E29-2F15-4F38-8B58-B7B088E8DF46}" type="pres">
      <dgm:prSet presAssocID="{95A6E895-8515-4642-9254-60075A06794A}" presName="compNode" presStyleCnt="0"/>
      <dgm:spPr/>
    </dgm:pt>
    <dgm:pt modelId="{3A1DE733-EDAC-4B35-9CF5-DE37FC2A16C7}" type="pres">
      <dgm:prSet presAssocID="{95A6E895-8515-4642-9254-60075A06794A}" presName="bgRect" presStyleLbl="bgShp" presStyleIdx="1" presStyleCnt="8"/>
      <dgm:spPr/>
    </dgm:pt>
    <dgm:pt modelId="{CD5CADAD-B4EE-4D64-B6B9-0EB179B986D0}" type="pres">
      <dgm:prSet presAssocID="{95A6E895-8515-4642-9254-60075A06794A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90EC1C9-A0F5-4989-997A-150AC731B7B5}" type="pres">
      <dgm:prSet presAssocID="{95A6E895-8515-4642-9254-60075A06794A}" presName="spaceRect" presStyleCnt="0"/>
      <dgm:spPr/>
    </dgm:pt>
    <dgm:pt modelId="{9CAD97E2-953C-491B-972A-CC9732297EFD}" type="pres">
      <dgm:prSet presAssocID="{95A6E895-8515-4642-9254-60075A06794A}" presName="parTx" presStyleLbl="revTx" presStyleIdx="1" presStyleCnt="8">
        <dgm:presLayoutVars>
          <dgm:chMax val="0"/>
          <dgm:chPref val="0"/>
        </dgm:presLayoutVars>
      </dgm:prSet>
      <dgm:spPr/>
    </dgm:pt>
    <dgm:pt modelId="{7E4E9989-8DEB-4757-9E28-05146CCEC52F}" type="pres">
      <dgm:prSet presAssocID="{15D69AF7-B76A-4114-9176-F426333ED331}" presName="sibTrans" presStyleCnt="0"/>
      <dgm:spPr/>
    </dgm:pt>
    <dgm:pt modelId="{D1E350A8-F91E-4AFE-BC09-ED85633EBD4F}" type="pres">
      <dgm:prSet presAssocID="{ADD84042-644C-4813-839D-651B08250F05}" presName="compNode" presStyleCnt="0"/>
      <dgm:spPr/>
    </dgm:pt>
    <dgm:pt modelId="{B4ABCE27-99ED-4BE9-B7F2-84EC12B36690}" type="pres">
      <dgm:prSet presAssocID="{ADD84042-644C-4813-839D-651B08250F05}" presName="bgRect" presStyleLbl="bgShp" presStyleIdx="2" presStyleCnt="8"/>
      <dgm:spPr/>
    </dgm:pt>
    <dgm:pt modelId="{9AD791A4-EF69-4B02-A811-B0B752D1D66D}" type="pres">
      <dgm:prSet presAssocID="{ADD84042-644C-4813-839D-651B08250F05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135DD12-5D39-44CD-9471-EEBEF1004E2A}" type="pres">
      <dgm:prSet presAssocID="{ADD84042-644C-4813-839D-651B08250F05}" presName="spaceRect" presStyleCnt="0"/>
      <dgm:spPr/>
    </dgm:pt>
    <dgm:pt modelId="{73E59BA6-4AC4-49CB-8FCF-E83F06C452F8}" type="pres">
      <dgm:prSet presAssocID="{ADD84042-644C-4813-839D-651B08250F05}" presName="parTx" presStyleLbl="revTx" presStyleIdx="2" presStyleCnt="8">
        <dgm:presLayoutVars>
          <dgm:chMax val="0"/>
          <dgm:chPref val="0"/>
        </dgm:presLayoutVars>
      </dgm:prSet>
      <dgm:spPr/>
    </dgm:pt>
    <dgm:pt modelId="{84DCB315-8153-46C5-8D28-F5E60BACAB41}" type="pres">
      <dgm:prSet presAssocID="{8DA12982-1FAD-457D-ADE2-A2C99E83ADEE}" presName="sibTrans" presStyleCnt="0"/>
      <dgm:spPr/>
    </dgm:pt>
    <dgm:pt modelId="{D6DFC979-4177-4B80-8399-61913B4E8F5A}" type="pres">
      <dgm:prSet presAssocID="{3881A81A-A900-4C3F-ADB4-9351681C94BF}" presName="compNode" presStyleCnt="0"/>
      <dgm:spPr/>
    </dgm:pt>
    <dgm:pt modelId="{D5032F9F-FFD9-472F-862E-4D0ABB32EA20}" type="pres">
      <dgm:prSet presAssocID="{3881A81A-A900-4C3F-ADB4-9351681C94BF}" presName="bgRect" presStyleLbl="bgShp" presStyleIdx="3" presStyleCnt="8"/>
      <dgm:spPr/>
    </dgm:pt>
    <dgm:pt modelId="{9D6C2EE5-F2C3-49D7-A9E4-C1D1A6053D48}" type="pres">
      <dgm:prSet presAssocID="{3881A81A-A900-4C3F-ADB4-9351681C94BF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162B8460-CF38-4FFB-A4BE-674500B902B3}" type="pres">
      <dgm:prSet presAssocID="{3881A81A-A900-4C3F-ADB4-9351681C94BF}" presName="spaceRect" presStyleCnt="0"/>
      <dgm:spPr/>
    </dgm:pt>
    <dgm:pt modelId="{AD785F91-41D6-44F8-BE7D-0D81F9C04C91}" type="pres">
      <dgm:prSet presAssocID="{3881A81A-A900-4C3F-ADB4-9351681C94BF}" presName="parTx" presStyleLbl="revTx" presStyleIdx="3" presStyleCnt="8">
        <dgm:presLayoutVars>
          <dgm:chMax val="0"/>
          <dgm:chPref val="0"/>
        </dgm:presLayoutVars>
      </dgm:prSet>
      <dgm:spPr/>
    </dgm:pt>
    <dgm:pt modelId="{0D13B80C-A39B-4962-A3AC-9FA137531F35}" type="pres">
      <dgm:prSet presAssocID="{628D6908-5B81-4B96-B1F2-5C3FB00E1731}" presName="sibTrans" presStyleCnt="0"/>
      <dgm:spPr/>
    </dgm:pt>
    <dgm:pt modelId="{641B660D-CE80-4242-84AF-3A5F42464B27}" type="pres">
      <dgm:prSet presAssocID="{F4CABDB3-91DE-449B-9A84-265BA8F3E860}" presName="compNode" presStyleCnt="0"/>
      <dgm:spPr/>
    </dgm:pt>
    <dgm:pt modelId="{72C5E6F9-4A9D-4034-8258-5FB8AF80A197}" type="pres">
      <dgm:prSet presAssocID="{F4CABDB3-91DE-449B-9A84-265BA8F3E860}" presName="bgRect" presStyleLbl="bgShp" presStyleIdx="4" presStyleCnt="8"/>
      <dgm:spPr/>
    </dgm:pt>
    <dgm:pt modelId="{7FED3386-DFCC-4BEC-8750-DCF669CAAC5A}" type="pres">
      <dgm:prSet presAssocID="{F4CABDB3-91DE-449B-9A84-265BA8F3E860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8176AF7E-5F32-47F8-BAB5-973E6A8FEB53}" type="pres">
      <dgm:prSet presAssocID="{F4CABDB3-91DE-449B-9A84-265BA8F3E860}" presName="spaceRect" presStyleCnt="0"/>
      <dgm:spPr/>
    </dgm:pt>
    <dgm:pt modelId="{D884ACF3-F9EB-4B47-9028-6A98515AC1DD}" type="pres">
      <dgm:prSet presAssocID="{F4CABDB3-91DE-449B-9A84-265BA8F3E860}" presName="parTx" presStyleLbl="revTx" presStyleIdx="4" presStyleCnt="8">
        <dgm:presLayoutVars>
          <dgm:chMax val="0"/>
          <dgm:chPref val="0"/>
        </dgm:presLayoutVars>
      </dgm:prSet>
      <dgm:spPr/>
    </dgm:pt>
    <dgm:pt modelId="{A344662D-5B6B-41D5-9D66-909C241CB1F1}" type="pres">
      <dgm:prSet presAssocID="{9C466AF8-4673-418A-963B-FEF45848D6E6}" presName="sibTrans" presStyleCnt="0"/>
      <dgm:spPr/>
    </dgm:pt>
    <dgm:pt modelId="{5415CA78-68A7-44BB-87CB-4F276A9A7BF1}" type="pres">
      <dgm:prSet presAssocID="{2409ED5E-4BFA-4CE2-A4C3-A1446AEC7C94}" presName="compNode" presStyleCnt="0"/>
      <dgm:spPr/>
    </dgm:pt>
    <dgm:pt modelId="{D821A63C-5D72-4CC3-8F25-D6AA687DE63C}" type="pres">
      <dgm:prSet presAssocID="{2409ED5E-4BFA-4CE2-A4C3-A1446AEC7C94}" presName="bgRect" presStyleLbl="bgShp" presStyleIdx="5" presStyleCnt="8"/>
      <dgm:spPr/>
    </dgm:pt>
    <dgm:pt modelId="{D518BDC1-3611-4078-BCD7-AE963F243CAA}" type="pres">
      <dgm:prSet presAssocID="{2409ED5E-4BFA-4CE2-A4C3-A1446AEC7C94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00353C58-1F78-4260-B9B5-36C2E5917989}" type="pres">
      <dgm:prSet presAssocID="{2409ED5E-4BFA-4CE2-A4C3-A1446AEC7C94}" presName="spaceRect" presStyleCnt="0"/>
      <dgm:spPr/>
    </dgm:pt>
    <dgm:pt modelId="{672011C8-5D99-4E9B-9CB6-35A1C4817BD4}" type="pres">
      <dgm:prSet presAssocID="{2409ED5E-4BFA-4CE2-A4C3-A1446AEC7C94}" presName="parTx" presStyleLbl="revTx" presStyleIdx="5" presStyleCnt="8">
        <dgm:presLayoutVars>
          <dgm:chMax val="0"/>
          <dgm:chPref val="0"/>
        </dgm:presLayoutVars>
      </dgm:prSet>
      <dgm:spPr/>
    </dgm:pt>
    <dgm:pt modelId="{D564F09D-68AD-4AF5-90D6-34A651087C66}" type="pres">
      <dgm:prSet presAssocID="{FE2E64DD-847A-4074-9D23-E130CE721F08}" presName="sibTrans" presStyleCnt="0"/>
      <dgm:spPr/>
    </dgm:pt>
    <dgm:pt modelId="{CC66E6AE-E2C2-4F81-8BF4-71F1A7D58640}" type="pres">
      <dgm:prSet presAssocID="{3CD76471-BF8D-4036-BF4F-F0BF39533F0B}" presName="compNode" presStyleCnt="0"/>
      <dgm:spPr/>
    </dgm:pt>
    <dgm:pt modelId="{0977FE57-D634-4CCD-9127-51ACA31B6ED8}" type="pres">
      <dgm:prSet presAssocID="{3CD76471-BF8D-4036-BF4F-F0BF39533F0B}" presName="bgRect" presStyleLbl="bgShp" presStyleIdx="6" presStyleCnt="8"/>
      <dgm:spPr/>
    </dgm:pt>
    <dgm:pt modelId="{8CF9AACC-575D-43B0-865F-F8A2A2E0CAC5}" type="pres">
      <dgm:prSet presAssocID="{3CD76471-BF8D-4036-BF4F-F0BF39533F0B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C90B0DC-76D7-498A-AA4C-16C4B6EF80BD}" type="pres">
      <dgm:prSet presAssocID="{3CD76471-BF8D-4036-BF4F-F0BF39533F0B}" presName="spaceRect" presStyleCnt="0"/>
      <dgm:spPr/>
    </dgm:pt>
    <dgm:pt modelId="{7C783491-807E-4FA2-981C-2FE5B84272DD}" type="pres">
      <dgm:prSet presAssocID="{3CD76471-BF8D-4036-BF4F-F0BF39533F0B}" presName="parTx" presStyleLbl="revTx" presStyleIdx="6" presStyleCnt="8">
        <dgm:presLayoutVars>
          <dgm:chMax val="0"/>
          <dgm:chPref val="0"/>
        </dgm:presLayoutVars>
      </dgm:prSet>
      <dgm:spPr/>
    </dgm:pt>
    <dgm:pt modelId="{19BFAA5B-7884-4126-AD27-E3DFBAB9F345}" type="pres">
      <dgm:prSet presAssocID="{B272FC0D-D46B-4CA3-980B-069EF05B6BE3}" presName="sibTrans" presStyleCnt="0"/>
      <dgm:spPr/>
    </dgm:pt>
    <dgm:pt modelId="{F4480EE6-DD72-40C9-8CC3-5952BD63C668}" type="pres">
      <dgm:prSet presAssocID="{01CC1173-E24F-48FB-8238-1457F8AE8DF5}" presName="compNode" presStyleCnt="0"/>
      <dgm:spPr/>
    </dgm:pt>
    <dgm:pt modelId="{93342B3C-5FB7-4FA3-BB7B-6503A34A885F}" type="pres">
      <dgm:prSet presAssocID="{01CC1173-E24F-48FB-8238-1457F8AE8DF5}" presName="bgRect" presStyleLbl="bgShp" presStyleIdx="7" presStyleCnt="8"/>
      <dgm:spPr/>
    </dgm:pt>
    <dgm:pt modelId="{845D9C8C-5291-4F42-93F6-36A146CAC77B}" type="pres">
      <dgm:prSet presAssocID="{01CC1173-E24F-48FB-8238-1457F8AE8DF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D7CA27F7-2954-4B24-8BEB-E2C7C288CC4E}" type="pres">
      <dgm:prSet presAssocID="{01CC1173-E24F-48FB-8238-1457F8AE8DF5}" presName="spaceRect" presStyleCnt="0"/>
      <dgm:spPr/>
    </dgm:pt>
    <dgm:pt modelId="{F01315F4-7745-4C7D-8478-FB2D7AD1A804}" type="pres">
      <dgm:prSet presAssocID="{01CC1173-E24F-48FB-8238-1457F8AE8DF5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DF581F0D-1F7B-4C88-A009-8FD4E5FF828D}" type="presOf" srcId="{4BDA8EBA-B879-48A9-A75F-EF3F479E5902}" destId="{913C721D-0F1D-4220-A87E-397D4820E45B}" srcOrd="0" destOrd="0" presId="urn:microsoft.com/office/officeart/2018/2/layout/IconVerticalSolidList"/>
    <dgm:cxn modelId="{BE2DA516-3A63-4A28-B14D-F634062D4DC4}" srcId="{4BDA8EBA-B879-48A9-A75F-EF3F479E5902}" destId="{3CD76471-BF8D-4036-BF4F-F0BF39533F0B}" srcOrd="6" destOrd="0" parTransId="{CB5C7220-9C05-4A6B-A8C9-46A8BA0A56E8}" sibTransId="{B272FC0D-D46B-4CA3-980B-069EF05B6BE3}"/>
    <dgm:cxn modelId="{D1B5501A-7C36-457C-B560-D18AFFF0209B}" type="presOf" srcId="{01CC1173-E24F-48FB-8238-1457F8AE8DF5}" destId="{F01315F4-7745-4C7D-8478-FB2D7AD1A804}" srcOrd="0" destOrd="0" presId="urn:microsoft.com/office/officeart/2018/2/layout/IconVerticalSolidList"/>
    <dgm:cxn modelId="{36ED7331-B3A5-4F68-AD4E-46CD251434EB}" type="presOf" srcId="{3CD76471-BF8D-4036-BF4F-F0BF39533F0B}" destId="{7C783491-807E-4FA2-981C-2FE5B84272DD}" srcOrd="0" destOrd="0" presId="urn:microsoft.com/office/officeart/2018/2/layout/IconVerticalSolidList"/>
    <dgm:cxn modelId="{9F657B39-1553-4B25-8FFD-FD77EA74F0E6}" type="presOf" srcId="{95A6E895-8515-4642-9254-60075A06794A}" destId="{9CAD97E2-953C-491B-972A-CC9732297EFD}" srcOrd="0" destOrd="0" presId="urn:microsoft.com/office/officeart/2018/2/layout/IconVerticalSolidList"/>
    <dgm:cxn modelId="{F984BE3F-95C3-4CA0-A24F-330B9189294A}" type="presOf" srcId="{3881A81A-A900-4C3F-ADB4-9351681C94BF}" destId="{AD785F91-41D6-44F8-BE7D-0D81F9C04C91}" srcOrd="0" destOrd="0" presId="urn:microsoft.com/office/officeart/2018/2/layout/IconVerticalSolidList"/>
    <dgm:cxn modelId="{A6502B65-CECB-400B-9284-B735FB61A514}" srcId="{4BDA8EBA-B879-48A9-A75F-EF3F479E5902}" destId="{2409ED5E-4BFA-4CE2-A4C3-A1446AEC7C94}" srcOrd="5" destOrd="0" parTransId="{E5721E51-EFE3-46DB-B365-C14F3BD5F4E9}" sibTransId="{FE2E64DD-847A-4074-9D23-E130CE721F08}"/>
    <dgm:cxn modelId="{4A720354-2694-4137-BEF0-6327B05139BC}" srcId="{4BDA8EBA-B879-48A9-A75F-EF3F479E5902}" destId="{95A6E895-8515-4642-9254-60075A06794A}" srcOrd="1" destOrd="0" parTransId="{54E2035B-2617-42C0-9FF4-BE93238C124A}" sibTransId="{15D69AF7-B76A-4114-9176-F426333ED331}"/>
    <dgm:cxn modelId="{D7BFB980-77BF-4568-A7CA-7C3DA9E281B2}" srcId="{4BDA8EBA-B879-48A9-A75F-EF3F479E5902}" destId="{716956D9-F17C-476B-9111-1A9D2D387730}" srcOrd="0" destOrd="0" parTransId="{DABF99AE-B843-4BC2-AB5B-C39331E9A85B}" sibTransId="{A8353B96-7701-43FF-B946-D502C63836FC}"/>
    <dgm:cxn modelId="{AB537284-2D68-4EA1-92D3-13CB3A4BFEF8}" type="presOf" srcId="{716956D9-F17C-476B-9111-1A9D2D387730}" destId="{393DFA88-88DB-4DCA-90AB-C404B74FE362}" srcOrd="0" destOrd="0" presId="urn:microsoft.com/office/officeart/2018/2/layout/IconVerticalSolidList"/>
    <dgm:cxn modelId="{E9E39F98-9A67-4136-997E-BD188DDEB042}" srcId="{4BDA8EBA-B879-48A9-A75F-EF3F479E5902}" destId="{F4CABDB3-91DE-449B-9A84-265BA8F3E860}" srcOrd="4" destOrd="0" parTransId="{3B9A9EE7-50B6-4FF1-B70A-6807AF1E56CB}" sibTransId="{9C466AF8-4673-418A-963B-FEF45848D6E6}"/>
    <dgm:cxn modelId="{73711DA4-BFDE-436D-84D1-7565846D9BAD}" srcId="{4BDA8EBA-B879-48A9-A75F-EF3F479E5902}" destId="{01CC1173-E24F-48FB-8238-1457F8AE8DF5}" srcOrd="7" destOrd="0" parTransId="{CD5FEEDB-EFBF-4F64-9F7A-F71EA8BE6679}" sibTransId="{9297FED6-C04C-4FF5-894D-D5DBD7A11B87}"/>
    <dgm:cxn modelId="{DFA234A5-C495-43E6-90A8-1C6D3425CBEC}" type="presOf" srcId="{F4CABDB3-91DE-449B-9A84-265BA8F3E860}" destId="{D884ACF3-F9EB-4B47-9028-6A98515AC1DD}" srcOrd="0" destOrd="0" presId="urn:microsoft.com/office/officeart/2018/2/layout/IconVerticalSolidList"/>
    <dgm:cxn modelId="{45DF3EAE-F561-4298-B389-E13C7D1B487F}" srcId="{4BDA8EBA-B879-48A9-A75F-EF3F479E5902}" destId="{ADD84042-644C-4813-839D-651B08250F05}" srcOrd="2" destOrd="0" parTransId="{8636F1D9-2E91-4A02-869D-F3AE307E0D8E}" sibTransId="{8DA12982-1FAD-457D-ADE2-A2C99E83ADEE}"/>
    <dgm:cxn modelId="{315871BE-027D-45E6-A221-5A3B14F9CB80}" type="presOf" srcId="{2409ED5E-4BFA-4CE2-A4C3-A1446AEC7C94}" destId="{672011C8-5D99-4E9B-9CB6-35A1C4817BD4}" srcOrd="0" destOrd="0" presId="urn:microsoft.com/office/officeart/2018/2/layout/IconVerticalSolidList"/>
    <dgm:cxn modelId="{BB02D5CC-AE03-4CC4-9409-4E69FB107534}" srcId="{4BDA8EBA-B879-48A9-A75F-EF3F479E5902}" destId="{3881A81A-A900-4C3F-ADB4-9351681C94BF}" srcOrd="3" destOrd="0" parTransId="{ECAA4E37-CDF0-43B5-949C-439C540FD74C}" sibTransId="{628D6908-5B81-4B96-B1F2-5C3FB00E1731}"/>
    <dgm:cxn modelId="{A274AFFB-FA02-4FB0-892F-FBE8E75A7B09}" type="presOf" srcId="{ADD84042-644C-4813-839D-651B08250F05}" destId="{73E59BA6-4AC4-49CB-8FCF-E83F06C452F8}" srcOrd="0" destOrd="0" presId="urn:microsoft.com/office/officeart/2018/2/layout/IconVerticalSolidList"/>
    <dgm:cxn modelId="{2C758438-9077-402E-A99C-4CFF996D220E}" type="presParOf" srcId="{913C721D-0F1D-4220-A87E-397D4820E45B}" destId="{0E58AF51-382F-4E41-82DC-81B47A45B1F1}" srcOrd="0" destOrd="0" presId="urn:microsoft.com/office/officeart/2018/2/layout/IconVerticalSolidList"/>
    <dgm:cxn modelId="{1B862C67-E74D-4579-BF5A-7DE7B07728AF}" type="presParOf" srcId="{0E58AF51-382F-4E41-82DC-81B47A45B1F1}" destId="{D2F56321-D4B8-4590-AD01-5EDCF2B1D4A1}" srcOrd="0" destOrd="0" presId="urn:microsoft.com/office/officeart/2018/2/layout/IconVerticalSolidList"/>
    <dgm:cxn modelId="{7DEE1337-B815-4A63-9F43-BFD27EBF4546}" type="presParOf" srcId="{0E58AF51-382F-4E41-82DC-81B47A45B1F1}" destId="{03A64A32-9C7B-4F6C-9E2F-753E70E5D2E7}" srcOrd="1" destOrd="0" presId="urn:microsoft.com/office/officeart/2018/2/layout/IconVerticalSolidList"/>
    <dgm:cxn modelId="{E97973B9-AAB1-438A-AEC8-8F840B5CBF31}" type="presParOf" srcId="{0E58AF51-382F-4E41-82DC-81B47A45B1F1}" destId="{9AC67010-FD39-4A13-885A-0A0058DEC0C9}" srcOrd="2" destOrd="0" presId="urn:microsoft.com/office/officeart/2018/2/layout/IconVerticalSolidList"/>
    <dgm:cxn modelId="{060C15AB-CE8C-4E9C-A5A8-33236AE32A68}" type="presParOf" srcId="{0E58AF51-382F-4E41-82DC-81B47A45B1F1}" destId="{393DFA88-88DB-4DCA-90AB-C404B74FE362}" srcOrd="3" destOrd="0" presId="urn:microsoft.com/office/officeart/2018/2/layout/IconVerticalSolidList"/>
    <dgm:cxn modelId="{FCD8629E-F9FA-43CF-B7C4-F9C60118C273}" type="presParOf" srcId="{913C721D-0F1D-4220-A87E-397D4820E45B}" destId="{564D1F90-9752-414F-8DC1-6330DB01DA28}" srcOrd="1" destOrd="0" presId="urn:microsoft.com/office/officeart/2018/2/layout/IconVerticalSolidList"/>
    <dgm:cxn modelId="{0A63F98B-FE6A-4476-B254-A03BCB5B7F8F}" type="presParOf" srcId="{913C721D-0F1D-4220-A87E-397D4820E45B}" destId="{32EC8E29-2F15-4F38-8B58-B7B088E8DF46}" srcOrd="2" destOrd="0" presId="urn:microsoft.com/office/officeart/2018/2/layout/IconVerticalSolidList"/>
    <dgm:cxn modelId="{F36FB03E-9973-4D1B-BE0B-24836E2FD3A5}" type="presParOf" srcId="{32EC8E29-2F15-4F38-8B58-B7B088E8DF46}" destId="{3A1DE733-EDAC-4B35-9CF5-DE37FC2A16C7}" srcOrd="0" destOrd="0" presId="urn:microsoft.com/office/officeart/2018/2/layout/IconVerticalSolidList"/>
    <dgm:cxn modelId="{DC3ED2F0-55A2-4700-99B0-17A8C258E4B9}" type="presParOf" srcId="{32EC8E29-2F15-4F38-8B58-B7B088E8DF46}" destId="{CD5CADAD-B4EE-4D64-B6B9-0EB179B986D0}" srcOrd="1" destOrd="0" presId="urn:microsoft.com/office/officeart/2018/2/layout/IconVerticalSolidList"/>
    <dgm:cxn modelId="{C045A99D-9550-4846-98A9-4DFAC14B728C}" type="presParOf" srcId="{32EC8E29-2F15-4F38-8B58-B7B088E8DF46}" destId="{F90EC1C9-A0F5-4989-997A-150AC731B7B5}" srcOrd="2" destOrd="0" presId="urn:microsoft.com/office/officeart/2018/2/layout/IconVerticalSolidList"/>
    <dgm:cxn modelId="{FCAA40FD-ED76-41B3-A4FD-779B50AE9C9D}" type="presParOf" srcId="{32EC8E29-2F15-4F38-8B58-B7B088E8DF46}" destId="{9CAD97E2-953C-491B-972A-CC9732297EFD}" srcOrd="3" destOrd="0" presId="urn:microsoft.com/office/officeart/2018/2/layout/IconVerticalSolidList"/>
    <dgm:cxn modelId="{5BF915B0-6961-4A1E-B4FB-983559B8C324}" type="presParOf" srcId="{913C721D-0F1D-4220-A87E-397D4820E45B}" destId="{7E4E9989-8DEB-4757-9E28-05146CCEC52F}" srcOrd="3" destOrd="0" presId="urn:microsoft.com/office/officeart/2018/2/layout/IconVerticalSolidList"/>
    <dgm:cxn modelId="{1201A28E-0983-429E-80C6-A263260B4511}" type="presParOf" srcId="{913C721D-0F1D-4220-A87E-397D4820E45B}" destId="{D1E350A8-F91E-4AFE-BC09-ED85633EBD4F}" srcOrd="4" destOrd="0" presId="urn:microsoft.com/office/officeart/2018/2/layout/IconVerticalSolidList"/>
    <dgm:cxn modelId="{C6CD6A6B-1CA5-4AC4-8619-21086C40B08D}" type="presParOf" srcId="{D1E350A8-F91E-4AFE-BC09-ED85633EBD4F}" destId="{B4ABCE27-99ED-4BE9-B7F2-84EC12B36690}" srcOrd="0" destOrd="0" presId="urn:microsoft.com/office/officeart/2018/2/layout/IconVerticalSolidList"/>
    <dgm:cxn modelId="{A4556C6A-9789-4745-A6E0-01621081C612}" type="presParOf" srcId="{D1E350A8-F91E-4AFE-BC09-ED85633EBD4F}" destId="{9AD791A4-EF69-4B02-A811-B0B752D1D66D}" srcOrd="1" destOrd="0" presId="urn:microsoft.com/office/officeart/2018/2/layout/IconVerticalSolidList"/>
    <dgm:cxn modelId="{747FD7B5-89D2-4CF5-9E00-AD6344BCAE9F}" type="presParOf" srcId="{D1E350A8-F91E-4AFE-BC09-ED85633EBD4F}" destId="{B135DD12-5D39-44CD-9471-EEBEF1004E2A}" srcOrd="2" destOrd="0" presId="urn:microsoft.com/office/officeart/2018/2/layout/IconVerticalSolidList"/>
    <dgm:cxn modelId="{8B33B992-A49A-4955-8B3F-D731A9196972}" type="presParOf" srcId="{D1E350A8-F91E-4AFE-BC09-ED85633EBD4F}" destId="{73E59BA6-4AC4-49CB-8FCF-E83F06C452F8}" srcOrd="3" destOrd="0" presId="urn:microsoft.com/office/officeart/2018/2/layout/IconVerticalSolidList"/>
    <dgm:cxn modelId="{E0C3FD3B-17CB-464B-90DF-BB32848462B0}" type="presParOf" srcId="{913C721D-0F1D-4220-A87E-397D4820E45B}" destId="{84DCB315-8153-46C5-8D28-F5E60BACAB41}" srcOrd="5" destOrd="0" presId="urn:microsoft.com/office/officeart/2018/2/layout/IconVerticalSolidList"/>
    <dgm:cxn modelId="{D3E9B098-0AAD-4CB3-90C1-CFC8F867AE38}" type="presParOf" srcId="{913C721D-0F1D-4220-A87E-397D4820E45B}" destId="{D6DFC979-4177-4B80-8399-61913B4E8F5A}" srcOrd="6" destOrd="0" presId="urn:microsoft.com/office/officeart/2018/2/layout/IconVerticalSolidList"/>
    <dgm:cxn modelId="{71576DE2-05A4-4A5E-B2C8-430371E48819}" type="presParOf" srcId="{D6DFC979-4177-4B80-8399-61913B4E8F5A}" destId="{D5032F9F-FFD9-472F-862E-4D0ABB32EA20}" srcOrd="0" destOrd="0" presId="urn:microsoft.com/office/officeart/2018/2/layout/IconVerticalSolidList"/>
    <dgm:cxn modelId="{230ACA15-BB06-49A8-A0DC-4495098B5DFE}" type="presParOf" srcId="{D6DFC979-4177-4B80-8399-61913B4E8F5A}" destId="{9D6C2EE5-F2C3-49D7-A9E4-C1D1A6053D48}" srcOrd="1" destOrd="0" presId="urn:microsoft.com/office/officeart/2018/2/layout/IconVerticalSolidList"/>
    <dgm:cxn modelId="{A42F758D-5F29-452A-A777-52B58D0124A2}" type="presParOf" srcId="{D6DFC979-4177-4B80-8399-61913B4E8F5A}" destId="{162B8460-CF38-4FFB-A4BE-674500B902B3}" srcOrd="2" destOrd="0" presId="urn:microsoft.com/office/officeart/2018/2/layout/IconVerticalSolidList"/>
    <dgm:cxn modelId="{D5E33EE6-844E-434D-8412-0D504C9B91C1}" type="presParOf" srcId="{D6DFC979-4177-4B80-8399-61913B4E8F5A}" destId="{AD785F91-41D6-44F8-BE7D-0D81F9C04C91}" srcOrd="3" destOrd="0" presId="urn:microsoft.com/office/officeart/2018/2/layout/IconVerticalSolidList"/>
    <dgm:cxn modelId="{5C67D3F4-8EEB-403D-93F3-9DD28572B25D}" type="presParOf" srcId="{913C721D-0F1D-4220-A87E-397D4820E45B}" destId="{0D13B80C-A39B-4962-A3AC-9FA137531F35}" srcOrd="7" destOrd="0" presId="urn:microsoft.com/office/officeart/2018/2/layout/IconVerticalSolidList"/>
    <dgm:cxn modelId="{C5719720-6923-47E3-9E1F-283A41A6BD6C}" type="presParOf" srcId="{913C721D-0F1D-4220-A87E-397D4820E45B}" destId="{641B660D-CE80-4242-84AF-3A5F42464B27}" srcOrd="8" destOrd="0" presId="urn:microsoft.com/office/officeart/2018/2/layout/IconVerticalSolidList"/>
    <dgm:cxn modelId="{74927708-EDFF-4111-93AF-4EC0F0C61B1E}" type="presParOf" srcId="{641B660D-CE80-4242-84AF-3A5F42464B27}" destId="{72C5E6F9-4A9D-4034-8258-5FB8AF80A197}" srcOrd="0" destOrd="0" presId="urn:microsoft.com/office/officeart/2018/2/layout/IconVerticalSolidList"/>
    <dgm:cxn modelId="{D64FB805-E48E-471E-8042-8956251F713B}" type="presParOf" srcId="{641B660D-CE80-4242-84AF-3A5F42464B27}" destId="{7FED3386-DFCC-4BEC-8750-DCF669CAAC5A}" srcOrd="1" destOrd="0" presId="urn:microsoft.com/office/officeart/2018/2/layout/IconVerticalSolidList"/>
    <dgm:cxn modelId="{B5B08F4E-7D93-43F7-AC4B-8F08D81EA55F}" type="presParOf" srcId="{641B660D-CE80-4242-84AF-3A5F42464B27}" destId="{8176AF7E-5F32-47F8-BAB5-973E6A8FEB53}" srcOrd="2" destOrd="0" presId="urn:microsoft.com/office/officeart/2018/2/layout/IconVerticalSolidList"/>
    <dgm:cxn modelId="{7ABB412E-5100-419C-8621-64EAACFE8C2A}" type="presParOf" srcId="{641B660D-CE80-4242-84AF-3A5F42464B27}" destId="{D884ACF3-F9EB-4B47-9028-6A98515AC1DD}" srcOrd="3" destOrd="0" presId="urn:microsoft.com/office/officeart/2018/2/layout/IconVerticalSolidList"/>
    <dgm:cxn modelId="{9BAC629A-07BF-481A-9B3A-F4B3F2C724EB}" type="presParOf" srcId="{913C721D-0F1D-4220-A87E-397D4820E45B}" destId="{A344662D-5B6B-41D5-9D66-909C241CB1F1}" srcOrd="9" destOrd="0" presId="urn:microsoft.com/office/officeart/2018/2/layout/IconVerticalSolidList"/>
    <dgm:cxn modelId="{3343DE61-65D7-4161-AC50-DA3A546589C1}" type="presParOf" srcId="{913C721D-0F1D-4220-A87E-397D4820E45B}" destId="{5415CA78-68A7-44BB-87CB-4F276A9A7BF1}" srcOrd="10" destOrd="0" presId="urn:microsoft.com/office/officeart/2018/2/layout/IconVerticalSolidList"/>
    <dgm:cxn modelId="{2CD1D248-EBD8-4668-ADF6-C55B8BD45DED}" type="presParOf" srcId="{5415CA78-68A7-44BB-87CB-4F276A9A7BF1}" destId="{D821A63C-5D72-4CC3-8F25-D6AA687DE63C}" srcOrd="0" destOrd="0" presId="urn:microsoft.com/office/officeart/2018/2/layout/IconVerticalSolidList"/>
    <dgm:cxn modelId="{5F364DAF-CCF4-4138-8554-971FFB59E325}" type="presParOf" srcId="{5415CA78-68A7-44BB-87CB-4F276A9A7BF1}" destId="{D518BDC1-3611-4078-BCD7-AE963F243CAA}" srcOrd="1" destOrd="0" presId="urn:microsoft.com/office/officeart/2018/2/layout/IconVerticalSolidList"/>
    <dgm:cxn modelId="{2C948995-F0A6-48A3-8F04-F6319E7EA43E}" type="presParOf" srcId="{5415CA78-68A7-44BB-87CB-4F276A9A7BF1}" destId="{00353C58-1F78-4260-B9B5-36C2E5917989}" srcOrd="2" destOrd="0" presId="urn:microsoft.com/office/officeart/2018/2/layout/IconVerticalSolidList"/>
    <dgm:cxn modelId="{A2FFD400-DBFD-4217-BF7E-D859E944FA58}" type="presParOf" srcId="{5415CA78-68A7-44BB-87CB-4F276A9A7BF1}" destId="{672011C8-5D99-4E9B-9CB6-35A1C4817BD4}" srcOrd="3" destOrd="0" presId="urn:microsoft.com/office/officeart/2018/2/layout/IconVerticalSolidList"/>
    <dgm:cxn modelId="{7E667584-49EC-4337-AE4A-2349F960C10F}" type="presParOf" srcId="{913C721D-0F1D-4220-A87E-397D4820E45B}" destId="{D564F09D-68AD-4AF5-90D6-34A651087C66}" srcOrd="11" destOrd="0" presId="urn:microsoft.com/office/officeart/2018/2/layout/IconVerticalSolidList"/>
    <dgm:cxn modelId="{4135D686-49D0-4E19-8A73-CC1E8D7AD689}" type="presParOf" srcId="{913C721D-0F1D-4220-A87E-397D4820E45B}" destId="{CC66E6AE-E2C2-4F81-8BF4-71F1A7D58640}" srcOrd="12" destOrd="0" presId="urn:microsoft.com/office/officeart/2018/2/layout/IconVerticalSolidList"/>
    <dgm:cxn modelId="{E118076C-3C94-4085-B413-67654869B91D}" type="presParOf" srcId="{CC66E6AE-E2C2-4F81-8BF4-71F1A7D58640}" destId="{0977FE57-D634-4CCD-9127-51ACA31B6ED8}" srcOrd="0" destOrd="0" presId="urn:microsoft.com/office/officeart/2018/2/layout/IconVerticalSolidList"/>
    <dgm:cxn modelId="{E529F434-6B45-475C-81FC-527DE0070A5B}" type="presParOf" srcId="{CC66E6AE-E2C2-4F81-8BF4-71F1A7D58640}" destId="{8CF9AACC-575D-43B0-865F-F8A2A2E0CAC5}" srcOrd="1" destOrd="0" presId="urn:microsoft.com/office/officeart/2018/2/layout/IconVerticalSolidList"/>
    <dgm:cxn modelId="{1068CC4B-4665-49E3-A25E-B012D440A997}" type="presParOf" srcId="{CC66E6AE-E2C2-4F81-8BF4-71F1A7D58640}" destId="{DC90B0DC-76D7-498A-AA4C-16C4B6EF80BD}" srcOrd="2" destOrd="0" presId="urn:microsoft.com/office/officeart/2018/2/layout/IconVerticalSolidList"/>
    <dgm:cxn modelId="{8C6B2D6C-6935-43DE-9072-2FC1071F71CF}" type="presParOf" srcId="{CC66E6AE-E2C2-4F81-8BF4-71F1A7D58640}" destId="{7C783491-807E-4FA2-981C-2FE5B84272DD}" srcOrd="3" destOrd="0" presId="urn:microsoft.com/office/officeart/2018/2/layout/IconVerticalSolidList"/>
    <dgm:cxn modelId="{C944E7F7-87E2-447A-AF8E-979A067CF296}" type="presParOf" srcId="{913C721D-0F1D-4220-A87E-397D4820E45B}" destId="{19BFAA5B-7884-4126-AD27-E3DFBAB9F345}" srcOrd="13" destOrd="0" presId="urn:microsoft.com/office/officeart/2018/2/layout/IconVerticalSolidList"/>
    <dgm:cxn modelId="{18F191C7-E4B8-4436-B17F-069C4C40C99A}" type="presParOf" srcId="{913C721D-0F1D-4220-A87E-397D4820E45B}" destId="{F4480EE6-DD72-40C9-8CC3-5952BD63C668}" srcOrd="14" destOrd="0" presId="urn:microsoft.com/office/officeart/2018/2/layout/IconVerticalSolidList"/>
    <dgm:cxn modelId="{E862E55A-2F2B-4D85-9EEA-18A0A805C87C}" type="presParOf" srcId="{F4480EE6-DD72-40C9-8CC3-5952BD63C668}" destId="{93342B3C-5FB7-4FA3-BB7B-6503A34A885F}" srcOrd="0" destOrd="0" presId="urn:microsoft.com/office/officeart/2018/2/layout/IconVerticalSolidList"/>
    <dgm:cxn modelId="{5B46F990-8E9A-4EF3-8CC4-68859536A14D}" type="presParOf" srcId="{F4480EE6-DD72-40C9-8CC3-5952BD63C668}" destId="{845D9C8C-5291-4F42-93F6-36A146CAC77B}" srcOrd="1" destOrd="0" presId="urn:microsoft.com/office/officeart/2018/2/layout/IconVerticalSolidList"/>
    <dgm:cxn modelId="{8994784E-93BE-4E15-B2E6-657951CC774E}" type="presParOf" srcId="{F4480EE6-DD72-40C9-8CC3-5952BD63C668}" destId="{D7CA27F7-2954-4B24-8BEB-E2C7C288CC4E}" srcOrd="2" destOrd="0" presId="urn:microsoft.com/office/officeart/2018/2/layout/IconVerticalSolidList"/>
    <dgm:cxn modelId="{CDBA0205-5DE1-44AA-B8AD-00CF2A523D54}" type="presParOf" srcId="{F4480EE6-DD72-40C9-8CC3-5952BD63C668}" destId="{F01315F4-7745-4C7D-8478-FB2D7AD1A80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2C9756-6225-4112-9527-63E6F3545DD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5B5F83-1467-48B5-9C9B-90B8BD95EE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Standard Java API to talk to relational databases</a:t>
          </a:r>
        </a:p>
      </dgm:t>
    </dgm:pt>
    <dgm:pt modelId="{6B4483B8-6DE8-466F-88C7-A15091DDF83B}" type="parTrans" cxnId="{B132F67E-FD51-49B3-9C52-52A8BB860EC8}">
      <dgm:prSet/>
      <dgm:spPr/>
      <dgm:t>
        <a:bodyPr/>
        <a:lstStyle/>
        <a:p>
          <a:endParaRPr lang="en-US"/>
        </a:p>
      </dgm:t>
    </dgm:pt>
    <dgm:pt modelId="{89381D62-FA30-4F91-B7E5-4AE06C3A45B9}" type="sibTrans" cxnId="{B132F67E-FD51-49B3-9C52-52A8BB860EC8}">
      <dgm:prSet/>
      <dgm:spPr/>
      <dgm:t>
        <a:bodyPr/>
        <a:lstStyle/>
        <a:p>
          <a:endParaRPr lang="en-US"/>
        </a:p>
      </dgm:t>
    </dgm:pt>
    <dgm:pt modelId="{2F3E02F5-71CC-4B17-963D-15D5FE2558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Lives in java.sql and javax.sql</a:t>
          </a:r>
        </a:p>
      </dgm:t>
    </dgm:pt>
    <dgm:pt modelId="{3FD58D6C-49EE-4A01-9C28-751CDDE21046}" type="parTrans" cxnId="{E08FF1CA-39DD-4C7E-84C8-D49565D01CD8}">
      <dgm:prSet/>
      <dgm:spPr/>
      <dgm:t>
        <a:bodyPr/>
        <a:lstStyle/>
        <a:p>
          <a:endParaRPr lang="en-US"/>
        </a:p>
      </dgm:t>
    </dgm:pt>
    <dgm:pt modelId="{E4911711-ABCA-4C4B-87EF-AD3AF4A66DEF}" type="sibTrans" cxnId="{E08FF1CA-39DD-4C7E-84C8-D49565D01CD8}">
      <dgm:prSet/>
      <dgm:spPr/>
      <dgm:t>
        <a:bodyPr/>
        <a:lstStyle/>
        <a:p>
          <a:endParaRPr lang="en-US"/>
        </a:p>
      </dgm:t>
    </dgm:pt>
    <dgm:pt modelId="{42CF1BD6-1B00-40FF-854D-E3E103672D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Works with any DB via vendor drivers</a:t>
          </a:r>
        </a:p>
      </dgm:t>
    </dgm:pt>
    <dgm:pt modelId="{6186FCEA-19DA-4FD3-AD97-DB3B1B84908D}" type="parTrans" cxnId="{35F3C533-226A-4FD6-B2E9-FA2467E0BB06}">
      <dgm:prSet/>
      <dgm:spPr/>
      <dgm:t>
        <a:bodyPr/>
        <a:lstStyle/>
        <a:p>
          <a:endParaRPr lang="en-US"/>
        </a:p>
      </dgm:t>
    </dgm:pt>
    <dgm:pt modelId="{F0FF38E8-AC60-4260-87FE-C5C59E8B717E}" type="sibTrans" cxnId="{35F3C533-226A-4FD6-B2E9-FA2467E0BB06}">
      <dgm:prSet/>
      <dgm:spPr/>
      <dgm:t>
        <a:bodyPr/>
        <a:lstStyle/>
        <a:p>
          <a:endParaRPr lang="en-US"/>
        </a:p>
      </dgm:t>
    </dgm:pt>
    <dgm:pt modelId="{A801A5AC-6B0A-48A8-9757-4E7134478346}" type="pres">
      <dgm:prSet presAssocID="{132C9756-6225-4112-9527-63E6F3545DD8}" presName="root" presStyleCnt="0">
        <dgm:presLayoutVars>
          <dgm:dir/>
          <dgm:resizeHandles val="exact"/>
        </dgm:presLayoutVars>
      </dgm:prSet>
      <dgm:spPr/>
    </dgm:pt>
    <dgm:pt modelId="{E39BC1B8-6D80-4196-B7CF-D6FBDE06CB20}" type="pres">
      <dgm:prSet presAssocID="{815B5F83-1467-48B5-9C9B-90B8BD95EE54}" presName="compNode" presStyleCnt="0"/>
      <dgm:spPr/>
    </dgm:pt>
    <dgm:pt modelId="{57F449AF-63C7-48FE-AE5F-BFBE56734176}" type="pres">
      <dgm:prSet presAssocID="{815B5F83-1467-48B5-9C9B-90B8BD95EE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F5A8B12-845A-4310-96B5-689776A51E97}" type="pres">
      <dgm:prSet presAssocID="{815B5F83-1467-48B5-9C9B-90B8BD95EE54}" presName="spaceRect" presStyleCnt="0"/>
      <dgm:spPr/>
    </dgm:pt>
    <dgm:pt modelId="{CD29A12C-EB9B-4915-8A83-03ED8D505BAE}" type="pres">
      <dgm:prSet presAssocID="{815B5F83-1467-48B5-9C9B-90B8BD95EE54}" presName="textRect" presStyleLbl="revTx" presStyleIdx="0" presStyleCnt="3">
        <dgm:presLayoutVars>
          <dgm:chMax val="1"/>
          <dgm:chPref val="1"/>
        </dgm:presLayoutVars>
      </dgm:prSet>
      <dgm:spPr/>
    </dgm:pt>
    <dgm:pt modelId="{B2446992-A5C8-4264-9191-99282E12AC8C}" type="pres">
      <dgm:prSet presAssocID="{89381D62-FA30-4F91-B7E5-4AE06C3A45B9}" presName="sibTrans" presStyleCnt="0"/>
      <dgm:spPr/>
    </dgm:pt>
    <dgm:pt modelId="{3F5B7D73-B7D4-454A-A9CE-DF553A8EA96F}" type="pres">
      <dgm:prSet presAssocID="{2F3E02F5-71CC-4B17-963D-15D5FE25580C}" presName="compNode" presStyleCnt="0"/>
      <dgm:spPr/>
    </dgm:pt>
    <dgm:pt modelId="{48612F78-32F8-422F-B3E0-92020E4F9E0C}" type="pres">
      <dgm:prSet presAssocID="{2F3E02F5-71CC-4B17-963D-15D5FE2558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3F990E3B-6CAA-437A-A63A-A44D64E4D404}" type="pres">
      <dgm:prSet presAssocID="{2F3E02F5-71CC-4B17-963D-15D5FE25580C}" presName="spaceRect" presStyleCnt="0"/>
      <dgm:spPr/>
    </dgm:pt>
    <dgm:pt modelId="{8F0C64B0-CD8A-429A-96DC-28770633F26F}" type="pres">
      <dgm:prSet presAssocID="{2F3E02F5-71CC-4B17-963D-15D5FE25580C}" presName="textRect" presStyleLbl="revTx" presStyleIdx="1" presStyleCnt="3">
        <dgm:presLayoutVars>
          <dgm:chMax val="1"/>
          <dgm:chPref val="1"/>
        </dgm:presLayoutVars>
      </dgm:prSet>
      <dgm:spPr/>
    </dgm:pt>
    <dgm:pt modelId="{AA86D6DB-151E-4B49-8B0E-D225EFDECD71}" type="pres">
      <dgm:prSet presAssocID="{E4911711-ABCA-4C4B-87EF-AD3AF4A66DEF}" presName="sibTrans" presStyleCnt="0"/>
      <dgm:spPr/>
    </dgm:pt>
    <dgm:pt modelId="{3A533B47-9DF8-404B-8FDD-37662B53784C}" type="pres">
      <dgm:prSet presAssocID="{42CF1BD6-1B00-40FF-854D-E3E103672D43}" presName="compNode" presStyleCnt="0"/>
      <dgm:spPr/>
    </dgm:pt>
    <dgm:pt modelId="{8378F571-B2B5-4DA5-88A0-06369008B8B4}" type="pres">
      <dgm:prSet presAssocID="{42CF1BD6-1B00-40FF-854D-E3E103672D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AFE9E675-BA64-451D-BC54-3AB4ACBC0052}" type="pres">
      <dgm:prSet presAssocID="{42CF1BD6-1B00-40FF-854D-E3E103672D43}" presName="spaceRect" presStyleCnt="0"/>
      <dgm:spPr/>
    </dgm:pt>
    <dgm:pt modelId="{5E1D7722-4032-487D-98E8-802C127B4BB3}" type="pres">
      <dgm:prSet presAssocID="{42CF1BD6-1B00-40FF-854D-E3E103672D4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C1EB01-2A83-4117-91C1-1331AB5664C4}" type="presOf" srcId="{132C9756-6225-4112-9527-63E6F3545DD8}" destId="{A801A5AC-6B0A-48A8-9757-4E7134478346}" srcOrd="0" destOrd="0" presId="urn:microsoft.com/office/officeart/2018/2/layout/IconLabelList"/>
    <dgm:cxn modelId="{509C5622-7EB3-42B8-B142-8F0A604EDF28}" type="presOf" srcId="{42CF1BD6-1B00-40FF-854D-E3E103672D43}" destId="{5E1D7722-4032-487D-98E8-802C127B4BB3}" srcOrd="0" destOrd="0" presId="urn:microsoft.com/office/officeart/2018/2/layout/IconLabelList"/>
    <dgm:cxn modelId="{35F3C533-226A-4FD6-B2E9-FA2467E0BB06}" srcId="{132C9756-6225-4112-9527-63E6F3545DD8}" destId="{42CF1BD6-1B00-40FF-854D-E3E103672D43}" srcOrd="2" destOrd="0" parTransId="{6186FCEA-19DA-4FD3-AD97-DB3B1B84908D}" sibTransId="{F0FF38E8-AC60-4260-87FE-C5C59E8B717E}"/>
    <dgm:cxn modelId="{DF04106F-0B31-475E-8674-9C9F4CD17B3F}" type="presOf" srcId="{2F3E02F5-71CC-4B17-963D-15D5FE25580C}" destId="{8F0C64B0-CD8A-429A-96DC-28770633F26F}" srcOrd="0" destOrd="0" presId="urn:microsoft.com/office/officeart/2018/2/layout/IconLabelList"/>
    <dgm:cxn modelId="{B132F67E-FD51-49B3-9C52-52A8BB860EC8}" srcId="{132C9756-6225-4112-9527-63E6F3545DD8}" destId="{815B5F83-1467-48B5-9C9B-90B8BD95EE54}" srcOrd="0" destOrd="0" parTransId="{6B4483B8-6DE8-466F-88C7-A15091DDF83B}" sibTransId="{89381D62-FA30-4F91-B7E5-4AE06C3A45B9}"/>
    <dgm:cxn modelId="{BB936C8F-1B19-448A-970E-816262587913}" type="presOf" srcId="{815B5F83-1467-48B5-9C9B-90B8BD95EE54}" destId="{CD29A12C-EB9B-4915-8A83-03ED8D505BAE}" srcOrd="0" destOrd="0" presId="urn:microsoft.com/office/officeart/2018/2/layout/IconLabelList"/>
    <dgm:cxn modelId="{E08FF1CA-39DD-4C7E-84C8-D49565D01CD8}" srcId="{132C9756-6225-4112-9527-63E6F3545DD8}" destId="{2F3E02F5-71CC-4B17-963D-15D5FE25580C}" srcOrd="1" destOrd="0" parTransId="{3FD58D6C-49EE-4A01-9C28-751CDDE21046}" sibTransId="{E4911711-ABCA-4C4B-87EF-AD3AF4A66DEF}"/>
    <dgm:cxn modelId="{4B35B818-A327-41F5-AB7C-FC66142FBE94}" type="presParOf" srcId="{A801A5AC-6B0A-48A8-9757-4E7134478346}" destId="{E39BC1B8-6D80-4196-B7CF-D6FBDE06CB20}" srcOrd="0" destOrd="0" presId="urn:microsoft.com/office/officeart/2018/2/layout/IconLabelList"/>
    <dgm:cxn modelId="{7B800EDD-E36E-4848-9518-05642316C7F4}" type="presParOf" srcId="{E39BC1B8-6D80-4196-B7CF-D6FBDE06CB20}" destId="{57F449AF-63C7-48FE-AE5F-BFBE56734176}" srcOrd="0" destOrd="0" presId="urn:microsoft.com/office/officeart/2018/2/layout/IconLabelList"/>
    <dgm:cxn modelId="{BA92D5EA-661D-4780-A7DC-4C077A080995}" type="presParOf" srcId="{E39BC1B8-6D80-4196-B7CF-D6FBDE06CB20}" destId="{5F5A8B12-845A-4310-96B5-689776A51E97}" srcOrd="1" destOrd="0" presId="urn:microsoft.com/office/officeart/2018/2/layout/IconLabelList"/>
    <dgm:cxn modelId="{8CF0272D-D12B-4D81-819F-67AC82D7D644}" type="presParOf" srcId="{E39BC1B8-6D80-4196-B7CF-D6FBDE06CB20}" destId="{CD29A12C-EB9B-4915-8A83-03ED8D505BAE}" srcOrd="2" destOrd="0" presId="urn:microsoft.com/office/officeart/2018/2/layout/IconLabelList"/>
    <dgm:cxn modelId="{F8D32AF1-6C33-465C-AB64-551FB079DE5F}" type="presParOf" srcId="{A801A5AC-6B0A-48A8-9757-4E7134478346}" destId="{B2446992-A5C8-4264-9191-99282E12AC8C}" srcOrd="1" destOrd="0" presId="urn:microsoft.com/office/officeart/2018/2/layout/IconLabelList"/>
    <dgm:cxn modelId="{B375988F-C34A-4986-AB62-537A476B7A18}" type="presParOf" srcId="{A801A5AC-6B0A-48A8-9757-4E7134478346}" destId="{3F5B7D73-B7D4-454A-A9CE-DF553A8EA96F}" srcOrd="2" destOrd="0" presId="urn:microsoft.com/office/officeart/2018/2/layout/IconLabelList"/>
    <dgm:cxn modelId="{93E0C96A-2FE4-449C-84BB-19DA92E885D0}" type="presParOf" srcId="{3F5B7D73-B7D4-454A-A9CE-DF553A8EA96F}" destId="{48612F78-32F8-422F-B3E0-92020E4F9E0C}" srcOrd="0" destOrd="0" presId="urn:microsoft.com/office/officeart/2018/2/layout/IconLabelList"/>
    <dgm:cxn modelId="{ED291FEC-ADBD-40C3-846A-EA50FAFAAE2D}" type="presParOf" srcId="{3F5B7D73-B7D4-454A-A9CE-DF553A8EA96F}" destId="{3F990E3B-6CAA-437A-A63A-A44D64E4D404}" srcOrd="1" destOrd="0" presId="urn:microsoft.com/office/officeart/2018/2/layout/IconLabelList"/>
    <dgm:cxn modelId="{B1CD1B60-AA18-4869-BD17-6E47D61A22FF}" type="presParOf" srcId="{3F5B7D73-B7D4-454A-A9CE-DF553A8EA96F}" destId="{8F0C64B0-CD8A-429A-96DC-28770633F26F}" srcOrd="2" destOrd="0" presId="urn:microsoft.com/office/officeart/2018/2/layout/IconLabelList"/>
    <dgm:cxn modelId="{83DE2526-C966-4546-A5E9-3AB6F74C9F36}" type="presParOf" srcId="{A801A5AC-6B0A-48A8-9757-4E7134478346}" destId="{AA86D6DB-151E-4B49-8B0E-D225EFDECD71}" srcOrd="3" destOrd="0" presId="urn:microsoft.com/office/officeart/2018/2/layout/IconLabelList"/>
    <dgm:cxn modelId="{18C9EBC4-AFD3-469B-A786-7A2877760570}" type="presParOf" srcId="{A801A5AC-6B0A-48A8-9757-4E7134478346}" destId="{3A533B47-9DF8-404B-8FDD-37662B53784C}" srcOrd="4" destOrd="0" presId="urn:microsoft.com/office/officeart/2018/2/layout/IconLabelList"/>
    <dgm:cxn modelId="{82DE1FBB-3B94-4DE5-A868-99809CC0263F}" type="presParOf" srcId="{3A533B47-9DF8-404B-8FDD-37662B53784C}" destId="{8378F571-B2B5-4DA5-88A0-06369008B8B4}" srcOrd="0" destOrd="0" presId="urn:microsoft.com/office/officeart/2018/2/layout/IconLabelList"/>
    <dgm:cxn modelId="{BA2BBB48-0373-42ED-8EC5-058B7EE4CD75}" type="presParOf" srcId="{3A533B47-9DF8-404B-8FDD-37662B53784C}" destId="{AFE9E675-BA64-451D-BC54-3AB4ACBC0052}" srcOrd="1" destOrd="0" presId="urn:microsoft.com/office/officeart/2018/2/layout/IconLabelList"/>
    <dgm:cxn modelId="{FA5AB16E-BF1F-4D5B-9CFA-9E487A69EE77}" type="presParOf" srcId="{3A533B47-9DF8-404B-8FDD-37662B53784C}" destId="{5E1D7722-4032-487D-98E8-802C127B4B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E14337-BAC7-4AC6-9AE1-B3A97AD4869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BC21410-F5D0-4E13-9CC3-79075541340A}">
      <dgm:prSet/>
      <dgm:spPr/>
      <dgm:t>
        <a:bodyPr/>
        <a:lstStyle/>
        <a:p>
          <a:r>
            <a:rPr lang="en-US"/>
            <a:t>Type 1: JDBC-ODBC Bridge (removed since Java 8)</a:t>
          </a:r>
        </a:p>
      </dgm:t>
    </dgm:pt>
    <dgm:pt modelId="{A3585E0E-BCFF-42CE-B9F8-1EB32A2F4BE3}" type="parTrans" cxnId="{7D3425EB-1AA3-4D3B-9E33-4D8A60F22B22}">
      <dgm:prSet/>
      <dgm:spPr/>
      <dgm:t>
        <a:bodyPr/>
        <a:lstStyle/>
        <a:p>
          <a:endParaRPr lang="en-US"/>
        </a:p>
      </dgm:t>
    </dgm:pt>
    <dgm:pt modelId="{8B049682-462C-4BD4-A10F-2ECAC3E1686F}" type="sibTrans" cxnId="{7D3425EB-1AA3-4D3B-9E33-4D8A60F22B22}">
      <dgm:prSet/>
      <dgm:spPr/>
      <dgm:t>
        <a:bodyPr/>
        <a:lstStyle/>
        <a:p>
          <a:endParaRPr lang="en-US"/>
        </a:p>
      </dgm:t>
    </dgm:pt>
    <dgm:pt modelId="{62B5CB31-3421-47C5-B9C1-8FF10F244B45}">
      <dgm:prSet/>
      <dgm:spPr/>
      <dgm:t>
        <a:bodyPr/>
        <a:lstStyle/>
        <a:p>
          <a:r>
            <a:rPr lang="en-US"/>
            <a:t>Type 2: Native API (legacy)</a:t>
          </a:r>
        </a:p>
      </dgm:t>
    </dgm:pt>
    <dgm:pt modelId="{D16B8948-14AC-4301-94F0-B7F2F577867E}" type="parTrans" cxnId="{E37983E4-7AFD-4FE6-A987-CD21B0B282A7}">
      <dgm:prSet/>
      <dgm:spPr/>
      <dgm:t>
        <a:bodyPr/>
        <a:lstStyle/>
        <a:p>
          <a:endParaRPr lang="en-US"/>
        </a:p>
      </dgm:t>
    </dgm:pt>
    <dgm:pt modelId="{39E11971-55ED-4EF1-90F3-B9FF90AC28A5}" type="sibTrans" cxnId="{E37983E4-7AFD-4FE6-A987-CD21B0B282A7}">
      <dgm:prSet/>
      <dgm:spPr/>
      <dgm:t>
        <a:bodyPr/>
        <a:lstStyle/>
        <a:p>
          <a:endParaRPr lang="en-US"/>
        </a:p>
      </dgm:t>
    </dgm:pt>
    <dgm:pt modelId="{A734A3B9-DA27-4C5D-A0AD-AC30C8F1C4D9}">
      <dgm:prSet/>
      <dgm:spPr/>
      <dgm:t>
        <a:bodyPr/>
        <a:lstStyle/>
        <a:p>
          <a:r>
            <a:rPr lang="en-US"/>
            <a:t>Type 3: Middleware driver (legacy)</a:t>
          </a:r>
        </a:p>
      </dgm:t>
    </dgm:pt>
    <dgm:pt modelId="{95FD5237-9434-43C4-A06B-C42E4AC0F45C}" type="parTrans" cxnId="{7DE65697-7792-4F46-9AB2-732E1E25FCA3}">
      <dgm:prSet/>
      <dgm:spPr/>
      <dgm:t>
        <a:bodyPr/>
        <a:lstStyle/>
        <a:p>
          <a:endParaRPr lang="en-US"/>
        </a:p>
      </dgm:t>
    </dgm:pt>
    <dgm:pt modelId="{1BFF10F8-54B8-4122-8554-F9319688FBC0}" type="sibTrans" cxnId="{7DE65697-7792-4F46-9AB2-732E1E25FCA3}">
      <dgm:prSet/>
      <dgm:spPr/>
      <dgm:t>
        <a:bodyPr/>
        <a:lstStyle/>
        <a:p>
          <a:endParaRPr lang="en-US"/>
        </a:p>
      </dgm:t>
    </dgm:pt>
    <dgm:pt modelId="{8E190120-7231-4B02-80D5-A26BFF226C28}">
      <dgm:prSet/>
      <dgm:spPr/>
      <dgm:t>
        <a:bodyPr/>
        <a:lstStyle/>
        <a:p>
          <a:r>
            <a:rPr lang="en-US"/>
            <a:t>Type 4: Pure Java (preferred)</a:t>
          </a:r>
        </a:p>
      </dgm:t>
    </dgm:pt>
    <dgm:pt modelId="{C45643DC-BEB5-466A-AEDE-FE9BEB6D2C39}" type="parTrans" cxnId="{295262BC-10F4-455A-B045-49E04BF1E8C8}">
      <dgm:prSet/>
      <dgm:spPr/>
      <dgm:t>
        <a:bodyPr/>
        <a:lstStyle/>
        <a:p>
          <a:endParaRPr lang="en-US"/>
        </a:p>
      </dgm:t>
    </dgm:pt>
    <dgm:pt modelId="{624D4249-4036-484A-A21D-38766E85CFE7}" type="sibTrans" cxnId="{295262BC-10F4-455A-B045-49E04BF1E8C8}">
      <dgm:prSet/>
      <dgm:spPr/>
      <dgm:t>
        <a:bodyPr/>
        <a:lstStyle/>
        <a:p>
          <a:endParaRPr lang="en-US"/>
        </a:p>
      </dgm:t>
    </dgm:pt>
    <dgm:pt modelId="{9F364361-C4AB-4DAE-8E47-884EEF67620D}" type="pres">
      <dgm:prSet presAssocID="{D8E14337-BAC7-4AC6-9AE1-B3A97AD48699}" presName="vert0" presStyleCnt="0">
        <dgm:presLayoutVars>
          <dgm:dir/>
          <dgm:animOne val="branch"/>
          <dgm:animLvl val="lvl"/>
        </dgm:presLayoutVars>
      </dgm:prSet>
      <dgm:spPr/>
    </dgm:pt>
    <dgm:pt modelId="{AA9C00C2-DD0C-4BD1-9470-806E0682837B}" type="pres">
      <dgm:prSet presAssocID="{4BC21410-F5D0-4E13-9CC3-79075541340A}" presName="thickLine" presStyleLbl="alignNode1" presStyleIdx="0" presStyleCnt="4"/>
      <dgm:spPr/>
    </dgm:pt>
    <dgm:pt modelId="{E51CF6F9-805E-4966-ADE3-5FB979929AFB}" type="pres">
      <dgm:prSet presAssocID="{4BC21410-F5D0-4E13-9CC3-79075541340A}" presName="horz1" presStyleCnt="0"/>
      <dgm:spPr/>
    </dgm:pt>
    <dgm:pt modelId="{C2E37B5F-5C04-4F7C-A0D0-FDE8687A97B0}" type="pres">
      <dgm:prSet presAssocID="{4BC21410-F5D0-4E13-9CC3-79075541340A}" presName="tx1" presStyleLbl="revTx" presStyleIdx="0" presStyleCnt="4"/>
      <dgm:spPr/>
    </dgm:pt>
    <dgm:pt modelId="{0CC7716E-2FA2-4FE8-A277-6CB4F5FB82E3}" type="pres">
      <dgm:prSet presAssocID="{4BC21410-F5D0-4E13-9CC3-79075541340A}" presName="vert1" presStyleCnt="0"/>
      <dgm:spPr/>
    </dgm:pt>
    <dgm:pt modelId="{A5A457F1-D155-4280-9B45-4345C0BBD250}" type="pres">
      <dgm:prSet presAssocID="{62B5CB31-3421-47C5-B9C1-8FF10F244B45}" presName="thickLine" presStyleLbl="alignNode1" presStyleIdx="1" presStyleCnt="4"/>
      <dgm:spPr/>
    </dgm:pt>
    <dgm:pt modelId="{B1976CC8-2300-450E-8585-711BCA4165B4}" type="pres">
      <dgm:prSet presAssocID="{62B5CB31-3421-47C5-B9C1-8FF10F244B45}" presName="horz1" presStyleCnt="0"/>
      <dgm:spPr/>
    </dgm:pt>
    <dgm:pt modelId="{FCA34323-3B63-47E4-B4FE-0CF354B8FE8D}" type="pres">
      <dgm:prSet presAssocID="{62B5CB31-3421-47C5-B9C1-8FF10F244B45}" presName="tx1" presStyleLbl="revTx" presStyleIdx="1" presStyleCnt="4"/>
      <dgm:spPr/>
    </dgm:pt>
    <dgm:pt modelId="{CFCC40F7-77B6-4547-B235-216B6330919E}" type="pres">
      <dgm:prSet presAssocID="{62B5CB31-3421-47C5-B9C1-8FF10F244B45}" presName="vert1" presStyleCnt="0"/>
      <dgm:spPr/>
    </dgm:pt>
    <dgm:pt modelId="{78AA5196-1F5E-4153-BA11-08FF1C23ADCB}" type="pres">
      <dgm:prSet presAssocID="{A734A3B9-DA27-4C5D-A0AD-AC30C8F1C4D9}" presName="thickLine" presStyleLbl="alignNode1" presStyleIdx="2" presStyleCnt="4"/>
      <dgm:spPr/>
    </dgm:pt>
    <dgm:pt modelId="{DF734164-4DFC-46C4-8AC9-287D3686911C}" type="pres">
      <dgm:prSet presAssocID="{A734A3B9-DA27-4C5D-A0AD-AC30C8F1C4D9}" presName="horz1" presStyleCnt="0"/>
      <dgm:spPr/>
    </dgm:pt>
    <dgm:pt modelId="{B737A2CA-A5ED-4D71-8B78-A8635CE251FB}" type="pres">
      <dgm:prSet presAssocID="{A734A3B9-DA27-4C5D-A0AD-AC30C8F1C4D9}" presName="tx1" presStyleLbl="revTx" presStyleIdx="2" presStyleCnt="4"/>
      <dgm:spPr/>
    </dgm:pt>
    <dgm:pt modelId="{5B5B095E-A78A-41AE-B939-EFE17A10E40A}" type="pres">
      <dgm:prSet presAssocID="{A734A3B9-DA27-4C5D-A0AD-AC30C8F1C4D9}" presName="vert1" presStyleCnt="0"/>
      <dgm:spPr/>
    </dgm:pt>
    <dgm:pt modelId="{9D29B87A-381A-440A-80AB-56C7457B8077}" type="pres">
      <dgm:prSet presAssocID="{8E190120-7231-4B02-80D5-A26BFF226C28}" presName="thickLine" presStyleLbl="alignNode1" presStyleIdx="3" presStyleCnt="4"/>
      <dgm:spPr/>
    </dgm:pt>
    <dgm:pt modelId="{23BAB62E-C612-4F92-A903-F23EE8C615AB}" type="pres">
      <dgm:prSet presAssocID="{8E190120-7231-4B02-80D5-A26BFF226C28}" presName="horz1" presStyleCnt="0"/>
      <dgm:spPr/>
    </dgm:pt>
    <dgm:pt modelId="{84092EBC-C818-49B8-BF2A-0873AD047E89}" type="pres">
      <dgm:prSet presAssocID="{8E190120-7231-4B02-80D5-A26BFF226C28}" presName="tx1" presStyleLbl="revTx" presStyleIdx="3" presStyleCnt="4"/>
      <dgm:spPr/>
    </dgm:pt>
    <dgm:pt modelId="{AD840AF7-AABB-4616-A486-177E7F6618D8}" type="pres">
      <dgm:prSet presAssocID="{8E190120-7231-4B02-80D5-A26BFF226C28}" presName="vert1" presStyleCnt="0"/>
      <dgm:spPr/>
    </dgm:pt>
  </dgm:ptLst>
  <dgm:cxnLst>
    <dgm:cxn modelId="{9D7E812A-AE42-405A-A3D2-F00652071B81}" type="presOf" srcId="{8E190120-7231-4B02-80D5-A26BFF226C28}" destId="{84092EBC-C818-49B8-BF2A-0873AD047E89}" srcOrd="0" destOrd="0" presId="urn:microsoft.com/office/officeart/2008/layout/LinedList"/>
    <dgm:cxn modelId="{019B5164-96A5-4697-9C56-5D3C81F976B7}" type="presOf" srcId="{D8E14337-BAC7-4AC6-9AE1-B3A97AD48699}" destId="{9F364361-C4AB-4DAE-8E47-884EEF67620D}" srcOrd="0" destOrd="0" presId="urn:microsoft.com/office/officeart/2008/layout/LinedList"/>
    <dgm:cxn modelId="{6622B54C-6B28-4D1A-9FC3-9C7269D4B9D6}" type="presOf" srcId="{4BC21410-F5D0-4E13-9CC3-79075541340A}" destId="{C2E37B5F-5C04-4F7C-A0D0-FDE8687A97B0}" srcOrd="0" destOrd="0" presId="urn:microsoft.com/office/officeart/2008/layout/LinedList"/>
    <dgm:cxn modelId="{6702CE52-788E-4CB9-99D8-103242C14387}" type="presOf" srcId="{A734A3B9-DA27-4C5D-A0AD-AC30C8F1C4D9}" destId="{B737A2CA-A5ED-4D71-8B78-A8635CE251FB}" srcOrd="0" destOrd="0" presId="urn:microsoft.com/office/officeart/2008/layout/LinedList"/>
    <dgm:cxn modelId="{7DE65697-7792-4F46-9AB2-732E1E25FCA3}" srcId="{D8E14337-BAC7-4AC6-9AE1-B3A97AD48699}" destId="{A734A3B9-DA27-4C5D-A0AD-AC30C8F1C4D9}" srcOrd="2" destOrd="0" parTransId="{95FD5237-9434-43C4-A06B-C42E4AC0F45C}" sibTransId="{1BFF10F8-54B8-4122-8554-F9319688FBC0}"/>
    <dgm:cxn modelId="{295262BC-10F4-455A-B045-49E04BF1E8C8}" srcId="{D8E14337-BAC7-4AC6-9AE1-B3A97AD48699}" destId="{8E190120-7231-4B02-80D5-A26BFF226C28}" srcOrd="3" destOrd="0" parTransId="{C45643DC-BEB5-466A-AEDE-FE9BEB6D2C39}" sibTransId="{624D4249-4036-484A-A21D-38766E85CFE7}"/>
    <dgm:cxn modelId="{460A33DC-D657-4E0D-BEA7-28214D0972CD}" type="presOf" srcId="{62B5CB31-3421-47C5-B9C1-8FF10F244B45}" destId="{FCA34323-3B63-47E4-B4FE-0CF354B8FE8D}" srcOrd="0" destOrd="0" presId="urn:microsoft.com/office/officeart/2008/layout/LinedList"/>
    <dgm:cxn modelId="{E37983E4-7AFD-4FE6-A987-CD21B0B282A7}" srcId="{D8E14337-BAC7-4AC6-9AE1-B3A97AD48699}" destId="{62B5CB31-3421-47C5-B9C1-8FF10F244B45}" srcOrd="1" destOrd="0" parTransId="{D16B8948-14AC-4301-94F0-B7F2F577867E}" sibTransId="{39E11971-55ED-4EF1-90F3-B9FF90AC28A5}"/>
    <dgm:cxn modelId="{7D3425EB-1AA3-4D3B-9E33-4D8A60F22B22}" srcId="{D8E14337-BAC7-4AC6-9AE1-B3A97AD48699}" destId="{4BC21410-F5D0-4E13-9CC3-79075541340A}" srcOrd="0" destOrd="0" parTransId="{A3585E0E-BCFF-42CE-B9F8-1EB32A2F4BE3}" sibTransId="{8B049682-462C-4BD4-A10F-2ECAC3E1686F}"/>
    <dgm:cxn modelId="{21EB1070-59D2-41B0-98A8-71D9A048A905}" type="presParOf" srcId="{9F364361-C4AB-4DAE-8E47-884EEF67620D}" destId="{AA9C00C2-DD0C-4BD1-9470-806E0682837B}" srcOrd="0" destOrd="0" presId="urn:microsoft.com/office/officeart/2008/layout/LinedList"/>
    <dgm:cxn modelId="{2B5CD1B2-83BB-4FC3-BD31-E6494CC49A16}" type="presParOf" srcId="{9F364361-C4AB-4DAE-8E47-884EEF67620D}" destId="{E51CF6F9-805E-4966-ADE3-5FB979929AFB}" srcOrd="1" destOrd="0" presId="urn:microsoft.com/office/officeart/2008/layout/LinedList"/>
    <dgm:cxn modelId="{2AEAA066-5663-4FF3-A03B-948C5EA61CC8}" type="presParOf" srcId="{E51CF6F9-805E-4966-ADE3-5FB979929AFB}" destId="{C2E37B5F-5C04-4F7C-A0D0-FDE8687A97B0}" srcOrd="0" destOrd="0" presId="urn:microsoft.com/office/officeart/2008/layout/LinedList"/>
    <dgm:cxn modelId="{8C75C85A-6A17-415E-BD0D-2D76B425C1C3}" type="presParOf" srcId="{E51CF6F9-805E-4966-ADE3-5FB979929AFB}" destId="{0CC7716E-2FA2-4FE8-A277-6CB4F5FB82E3}" srcOrd="1" destOrd="0" presId="urn:microsoft.com/office/officeart/2008/layout/LinedList"/>
    <dgm:cxn modelId="{5FFEEE84-CEED-4026-9FB9-7AEB6E5C7666}" type="presParOf" srcId="{9F364361-C4AB-4DAE-8E47-884EEF67620D}" destId="{A5A457F1-D155-4280-9B45-4345C0BBD250}" srcOrd="2" destOrd="0" presId="urn:microsoft.com/office/officeart/2008/layout/LinedList"/>
    <dgm:cxn modelId="{424CFA83-F351-4B5B-AA3B-24448C824664}" type="presParOf" srcId="{9F364361-C4AB-4DAE-8E47-884EEF67620D}" destId="{B1976CC8-2300-450E-8585-711BCA4165B4}" srcOrd="3" destOrd="0" presId="urn:microsoft.com/office/officeart/2008/layout/LinedList"/>
    <dgm:cxn modelId="{98398FA5-250B-42D7-B290-C372E5040167}" type="presParOf" srcId="{B1976CC8-2300-450E-8585-711BCA4165B4}" destId="{FCA34323-3B63-47E4-B4FE-0CF354B8FE8D}" srcOrd="0" destOrd="0" presId="urn:microsoft.com/office/officeart/2008/layout/LinedList"/>
    <dgm:cxn modelId="{7D7FE23B-739E-464E-AA0B-57EB66D8783E}" type="presParOf" srcId="{B1976CC8-2300-450E-8585-711BCA4165B4}" destId="{CFCC40F7-77B6-4547-B235-216B6330919E}" srcOrd="1" destOrd="0" presId="urn:microsoft.com/office/officeart/2008/layout/LinedList"/>
    <dgm:cxn modelId="{5D2583CA-D29B-4004-BA57-92DFAFD39B40}" type="presParOf" srcId="{9F364361-C4AB-4DAE-8E47-884EEF67620D}" destId="{78AA5196-1F5E-4153-BA11-08FF1C23ADCB}" srcOrd="4" destOrd="0" presId="urn:microsoft.com/office/officeart/2008/layout/LinedList"/>
    <dgm:cxn modelId="{CBA72005-F1BF-4301-81FF-45DE06CD471E}" type="presParOf" srcId="{9F364361-C4AB-4DAE-8E47-884EEF67620D}" destId="{DF734164-4DFC-46C4-8AC9-287D3686911C}" srcOrd="5" destOrd="0" presId="urn:microsoft.com/office/officeart/2008/layout/LinedList"/>
    <dgm:cxn modelId="{42192DDE-CFC3-4FC1-9358-7ABA237B65E6}" type="presParOf" srcId="{DF734164-4DFC-46C4-8AC9-287D3686911C}" destId="{B737A2CA-A5ED-4D71-8B78-A8635CE251FB}" srcOrd="0" destOrd="0" presId="urn:microsoft.com/office/officeart/2008/layout/LinedList"/>
    <dgm:cxn modelId="{39E9CAAD-74D7-45C1-B49E-9C20109ECE81}" type="presParOf" srcId="{DF734164-4DFC-46C4-8AC9-287D3686911C}" destId="{5B5B095E-A78A-41AE-B939-EFE17A10E40A}" srcOrd="1" destOrd="0" presId="urn:microsoft.com/office/officeart/2008/layout/LinedList"/>
    <dgm:cxn modelId="{547F63D0-F13F-479C-8BC0-2485756BCDBC}" type="presParOf" srcId="{9F364361-C4AB-4DAE-8E47-884EEF67620D}" destId="{9D29B87A-381A-440A-80AB-56C7457B8077}" srcOrd="6" destOrd="0" presId="urn:microsoft.com/office/officeart/2008/layout/LinedList"/>
    <dgm:cxn modelId="{35C33585-B26A-4CED-A173-703E029E6181}" type="presParOf" srcId="{9F364361-C4AB-4DAE-8E47-884EEF67620D}" destId="{23BAB62E-C612-4F92-A903-F23EE8C615AB}" srcOrd="7" destOrd="0" presId="urn:microsoft.com/office/officeart/2008/layout/LinedList"/>
    <dgm:cxn modelId="{DF262212-1F9B-4E22-A086-3BE05A653829}" type="presParOf" srcId="{23BAB62E-C612-4F92-A903-F23EE8C615AB}" destId="{84092EBC-C818-49B8-BF2A-0873AD047E89}" srcOrd="0" destOrd="0" presId="urn:microsoft.com/office/officeart/2008/layout/LinedList"/>
    <dgm:cxn modelId="{848598C9-DCF3-4CA2-B426-557AEA00F978}" type="presParOf" srcId="{23BAB62E-C612-4F92-A903-F23EE8C615AB}" destId="{AD840AF7-AABB-4616-A486-177E7F6618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858371-BED0-4890-ACB8-F35BF469D20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C03320-E7DA-44F5-B152-3E12FA29E8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Statement → static SQL (rare in prod)</a:t>
          </a:r>
        </a:p>
      </dgm:t>
    </dgm:pt>
    <dgm:pt modelId="{A5ABB1E9-76D5-4350-BF2C-F53AD907A153}" type="parTrans" cxnId="{0A1C2D17-0E79-4C10-B945-BDCC6314EC8C}">
      <dgm:prSet/>
      <dgm:spPr/>
      <dgm:t>
        <a:bodyPr/>
        <a:lstStyle/>
        <a:p>
          <a:endParaRPr lang="en-US"/>
        </a:p>
      </dgm:t>
    </dgm:pt>
    <dgm:pt modelId="{FAB31BA2-C406-4D32-B095-BEE7A6110D27}" type="sibTrans" cxnId="{0A1C2D17-0E79-4C10-B945-BDCC6314EC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7B69AB-01CD-4BB4-BA44-F0DF8DD5B9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PreparedStatement → parameterized, safe, faster (default)</a:t>
          </a:r>
        </a:p>
      </dgm:t>
    </dgm:pt>
    <dgm:pt modelId="{30F05176-A7A5-4F7D-A5FB-3934856DDE1B}" type="parTrans" cxnId="{5E5068AF-B383-4E30-8683-DBEB1449C270}">
      <dgm:prSet/>
      <dgm:spPr/>
      <dgm:t>
        <a:bodyPr/>
        <a:lstStyle/>
        <a:p>
          <a:endParaRPr lang="en-US"/>
        </a:p>
      </dgm:t>
    </dgm:pt>
    <dgm:pt modelId="{58D769B5-086C-45FE-9252-3868592DAC77}" type="sibTrans" cxnId="{5E5068AF-B383-4E30-8683-DBEB1449C2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464A11-8F6D-4084-B4F6-93963C7944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CallableStatement → stored procedures/functions</a:t>
          </a:r>
        </a:p>
      </dgm:t>
    </dgm:pt>
    <dgm:pt modelId="{BE66E75B-DE75-4810-AA12-50A06055084C}" type="parTrans" cxnId="{307D255C-E46D-4021-AE16-051492BF19FE}">
      <dgm:prSet/>
      <dgm:spPr/>
      <dgm:t>
        <a:bodyPr/>
        <a:lstStyle/>
        <a:p>
          <a:endParaRPr lang="en-US"/>
        </a:p>
      </dgm:t>
    </dgm:pt>
    <dgm:pt modelId="{E9C202F3-A04B-447A-AB91-0BDD0E06C4C6}" type="sibTrans" cxnId="{307D255C-E46D-4021-AE16-051492BF19FE}">
      <dgm:prSet/>
      <dgm:spPr/>
      <dgm:t>
        <a:bodyPr/>
        <a:lstStyle/>
        <a:p>
          <a:endParaRPr lang="en-US"/>
        </a:p>
      </dgm:t>
    </dgm:pt>
    <dgm:pt modelId="{D4753221-08AB-4D38-8E54-9434E329AB98}" type="pres">
      <dgm:prSet presAssocID="{4D858371-BED0-4890-ACB8-F35BF469D209}" presName="root" presStyleCnt="0">
        <dgm:presLayoutVars>
          <dgm:dir/>
          <dgm:resizeHandles val="exact"/>
        </dgm:presLayoutVars>
      </dgm:prSet>
      <dgm:spPr/>
    </dgm:pt>
    <dgm:pt modelId="{F1C90389-43CF-49F4-91A8-928E1054D33D}" type="pres">
      <dgm:prSet presAssocID="{4D858371-BED0-4890-ACB8-F35BF469D209}" presName="container" presStyleCnt="0">
        <dgm:presLayoutVars>
          <dgm:dir/>
          <dgm:resizeHandles val="exact"/>
        </dgm:presLayoutVars>
      </dgm:prSet>
      <dgm:spPr/>
    </dgm:pt>
    <dgm:pt modelId="{3E81F678-2E33-4371-B8F5-B2A2D0BAB475}" type="pres">
      <dgm:prSet presAssocID="{EFC03320-E7DA-44F5-B152-3E12FA29E86D}" presName="compNode" presStyleCnt="0"/>
      <dgm:spPr/>
    </dgm:pt>
    <dgm:pt modelId="{05842D0A-9192-4613-8B8E-E5409C1C5203}" type="pres">
      <dgm:prSet presAssocID="{EFC03320-E7DA-44F5-B152-3E12FA29E86D}" presName="iconBgRect" presStyleLbl="bgShp" presStyleIdx="0" presStyleCnt="3"/>
      <dgm:spPr/>
    </dgm:pt>
    <dgm:pt modelId="{F834F744-870D-41EB-8E07-31F25CFC1C71}" type="pres">
      <dgm:prSet presAssocID="{EFC03320-E7DA-44F5-B152-3E12FA29E8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9822C2A-499A-4F85-A23B-D8A706E08C61}" type="pres">
      <dgm:prSet presAssocID="{EFC03320-E7DA-44F5-B152-3E12FA29E86D}" presName="spaceRect" presStyleCnt="0"/>
      <dgm:spPr/>
    </dgm:pt>
    <dgm:pt modelId="{99F0F95B-32DD-4418-A5D5-1B74F31210F4}" type="pres">
      <dgm:prSet presAssocID="{EFC03320-E7DA-44F5-B152-3E12FA29E86D}" presName="textRect" presStyleLbl="revTx" presStyleIdx="0" presStyleCnt="3">
        <dgm:presLayoutVars>
          <dgm:chMax val="1"/>
          <dgm:chPref val="1"/>
        </dgm:presLayoutVars>
      </dgm:prSet>
      <dgm:spPr/>
    </dgm:pt>
    <dgm:pt modelId="{3CFC30F9-91E9-483C-82B9-75364AB392BE}" type="pres">
      <dgm:prSet presAssocID="{FAB31BA2-C406-4D32-B095-BEE7A6110D27}" presName="sibTrans" presStyleLbl="sibTrans2D1" presStyleIdx="0" presStyleCnt="0"/>
      <dgm:spPr/>
    </dgm:pt>
    <dgm:pt modelId="{8A80551F-5CEB-41E7-8E0A-87C70707729F}" type="pres">
      <dgm:prSet presAssocID="{9C7B69AB-01CD-4BB4-BA44-F0DF8DD5B9F1}" presName="compNode" presStyleCnt="0"/>
      <dgm:spPr/>
    </dgm:pt>
    <dgm:pt modelId="{D94329A7-EE39-46C9-918A-9727A7D1FFDA}" type="pres">
      <dgm:prSet presAssocID="{9C7B69AB-01CD-4BB4-BA44-F0DF8DD5B9F1}" presName="iconBgRect" presStyleLbl="bgShp" presStyleIdx="1" presStyleCnt="3"/>
      <dgm:spPr/>
    </dgm:pt>
    <dgm:pt modelId="{97F4A363-79AA-44C1-B81E-8773E98F2221}" type="pres">
      <dgm:prSet presAssocID="{9C7B69AB-01CD-4BB4-BA44-F0DF8DD5B9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F1956B-7455-4DEF-961E-2A9DE2ED011F}" type="pres">
      <dgm:prSet presAssocID="{9C7B69AB-01CD-4BB4-BA44-F0DF8DD5B9F1}" presName="spaceRect" presStyleCnt="0"/>
      <dgm:spPr/>
    </dgm:pt>
    <dgm:pt modelId="{B750D45F-9C9B-48E3-A1A7-4FF0AD0E0F0B}" type="pres">
      <dgm:prSet presAssocID="{9C7B69AB-01CD-4BB4-BA44-F0DF8DD5B9F1}" presName="textRect" presStyleLbl="revTx" presStyleIdx="1" presStyleCnt="3">
        <dgm:presLayoutVars>
          <dgm:chMax val="1"/>
          <dgm:chPref val="1"/>
        </dgm:presLayoutVars>
      </dgm:prSet>
      <dgm:spPr/>
    </dgm:pt>
    <dgm:pt modelId="{B53BEF9C-E003-421A-A107-0EC0372A17F4}" type="pres">
      <dgm:prSet presAssocID="{58D769B5-086C-45FE-9252-3868592DAC77}" presName="sibTrans" presStyleLbl="sibTrans2D1" presStyleIdx="0" presStyleCnt="0"/>
      <dgm:spPr/>
    </dgm:pt>
    <dgm:pt modelId="{0FED9D84-7774-44FB-98E5-FA48C0522F95}" type="pres">
      <dgm:prSet presAssocID="{9D464A11-8F6D-4084-B4F6-93963C794498}" presName="compNode" presStyleCnt="0"/>
      <dgm:spPr/>
    </dgm:pt>
    <dgm:pt modelId="{F2C19FFF-91BF-473A-A8EA-AD237E213EAA}" type="pres">
      <dgm:prSet presAssocID="{9D464A11-8F6D-4084-B4F6-93963C794498}" presName="iconBgRect" presStyleLbl="bgShp" presStyleIdx="2" presStyleCnt="3"/>
      <dgm:spPr/>
    </dgm:pt>
    <dgm:pt modelId="{6EB4F25F-C330-4D48-A012-C93906E253B5}" type="pres">
      <dgm:prSet presAssocID="{9D464A11-8F6D-4084-B4F6-93963C79449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F832CD13-C60C-4692-A305-7599A974DA3F}" type="pres">
      <dgm:prSet presAssocID="{9D464A11-8F6D-4084-B4F6-93963C794498}" presName="spaceRect" presStyleCnt="0"/>
      <dgm:spPr/>
    </dgm:pt>
    <dgm:pt modelId="{C1C68EFF-067F-4172-B658-80187DFC6101}" type="pres">
      <dgm:prSet presAssocID="{9D464A11-8F6D-4084-B4F6-93963C79449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2D39C15-C3D7-4977-A9B8-003ECA12F3D9}" type="presOf" srcId="{9C7B69AB-01CD-4BB4-BA44-F0DF8DD5B9F1}" destId="{B750D45F-9C9B-48E3-A1A7-4FF0AD0E0F0B}" srcOrd="0" destOrd="0" presId="urn:microsoft.com/office/officeart/2018/2/layout/IconCircleList"/>
    <dgm:cxn modelId="{0A1C2D17-0E79-4C10-B945-BDCC6314EC8C}" srcId="{4D858371-BED0-4890-ACB8-F35BF469D209}" destId="{EFC03320-E7DA-44F5-B152-3E12FA29E86D}" srcOrd="0" destOrd="0" parTransId="{A5ABB1E9-76D5-4350-BF2C-F53AD907A153}" sibTransId="{FAB31BA2-C406-4D32-B095-BEE7A6110D27}"/>
    <dgm:cxn modelId="{307D255C-E46D-4021-AE16-051492BF19FE}" srcId="{4D858371-BED0-4890-ACB8-F35BF469D209}" destId="{9D464A11-8F6D-4084-B4F6-93963C794498}" srcOrd="2" destOrd="0" parTransId="{BE66E75B-DE75-4810-AA12-50A06055084C}" sibTransId="{E9C202F3-A04B-447A-AB91-0BDD0E06C4C6}"/>
    <dgm:cxn modelId="{9B0E6049-448B-42FC-A834-77034E2EFB04}" type="presOf" srcId="{FAB31BA2-C406-4D32-B095-BEE7A6110D27}" destId="{3CFC30F9-91E9-483C-82B9-75364AB392BE}" srcOrd="0" destOrd="0" presId="urn:microsoft.com/office/officeart/2018/2/layout/IconCircleList"/>
    <dgm:cxn modelId="{86ABEE9C-A768-48C7-99C6-9EECC03C7D07}" type="presOf" srcId="{9D464A11-8F6D-4084-B4F6-93963C794498}" destId="{C1C68EFF-067F-4172-B658-80187DFC6101}" srcOrd="0" destOrd="0" presId="urn:microsoft.com/office/officeart/2018/2/layout/IconCircleList"/>
    <dgm:cxn modelId="{5E5068AF-B383-4E30-8683-DBEB1449C270}" srcId="{4D858371-BED0-4890-ACB8-F35BF469D209}" destId="{9C7B69AB-01CD-4BB4-BA44-F0DF8DD5B9F1}" srcOrd="1" destOrd="0" parTransId="{30F05176-A7A5-4F7D-A5FB-3934856DDE1B}" sibTransId="{58D769B5-086C-45FE-9252-3868592DAC77}"/>
    <dgm:cxn modelId="{F8E0FEBA-B347-4F22-9BE4-41E7670C8C63}" type="presOf" srcId="{EFC03320-E7DA-44F5-B152-3E12FA29E86D}" destId="{99F0F95B-32DD-4418-A5D5-1B74F31210F4}" srcOrd="0" destOrd="0" presId="urn:microsoft.com/office/officeart/2018/2/layout/IconCircleList"/>
    <dgm:cxn modelId="{53A210D8-5B76-44E7-BFB7-4CF707D11FD5}" type="presOf" srcId="{4D858371-BED0-4890-ACB8-F35BF469D209}" destId="{D4753221-08AB-4D38-8E54-9434E329AB98}" srcOrd="0" destOrd="0" presId="urn:microsoft.com/office/officeart/2018/2/layout/IconCircleList"/>
    <dgm:cxn modelId="{6DE718E9-1011-4D68-A4B0-39E7028C06CA}" type="presOf" srcId="{58D769B5-086C-45FE-9252-3868592DAC77}" destId="{B53BEF9C-E003-421A-A107-0EC0372A17F4}" srcOrd="0" destOrd="0" presId="urn:microsoft.com/office/officeart/2018/2/layout/IconCircleList"/>
    <dgm:cxn modelId="{93BB70E4-8D9B-4DA6-B9EE-B191F9CB1D48}" type="presParOf" srcId="{D4753221-08AB-4D38-8E54-9434E329AB98}" destId="{F1C90389-43CF-49F4-91A8-928E1054D33D}" srcOrd="0" destOrd="0" presId="urn:microsoft.com/office/officeart/2018/2/layout/IconCircleList"/>
    <dgm:cxn modelId="{88C78B27-BB42-465C-BC50-ED0BAA62FB23}" type="presParOf" srcId="{F1C90389-43CF-49F4-91A8-928E1054D33D}" destId="{3E81F678-2E33-4371-B8F5-B2A2D0BAB475}" srcOrd="0" destOrd="0" presId="urn:microsoft.com/office/officeart/2018/2/layout/IconCircleList"/>
    <dgm:cxn modelId="{A2562E98-9298-46D2-A946-E2DB18A561D2}" type="presParOf" srcId="{3E81F678-2E33-4371-B8F5-B2A2D0BAB475}" destId="{05842D0A-9192-4613-8B8E-E5409C1C5203}" srcOrd="0" destOrd="0" presId="urn:microsoft.com/office/officeart/2018/2/layout/IconCircleList"/>
    <dgm:cxn modelId="{A597C94F-E0CB-41A0-9170-7C48D74DB604}" type="presParOf" srcId="{3E81F678-2E33-4371-B8F5-B2A2D0BAB475}" destId="{F834F744-870D-41EB-8E07-31F25CFC1C71}" srcOrd="1" destOrd="0" presId="urn:microsoft.com/office/officeart/2018/2/layout/IconCircleList"/>
    <dgm:cxn modelId="{BB0636FD-ACE0-4D5B-B0DE-EF00F49494BF}" type="presParOf" srcId="{3E81F678-2E33-4371-B8F5-B2A2D0BAB475}" destId="{89822C2A-499A-4F85-A23B-D8A706E08C61}" srcOrd="2" destOrd="0" presId="urn:microsoft.com/office/officeart/2018/2/layout/IconCircleList"/>
    <dgm:cxn modelId="{8CF5A78D-64A1-4DAD-8488-E5E023B11848}" type="presParOf" srcId="{3E81F678-2E33-4371-B8F5-B2A2D0BAB475}" destId="{99F0F95B-32DD-4418-A5D5-1B74F31210F4}" srcOrd="3" destOrd="0" presId="urn:microsoft.com/office/officeart/2018/2/layout/IconCircleList"/>
    <dgm:cxn modelId="{ED2433DF-9350-475B-9A02-0A2237BB181B}" type="presParOf" srcId="{F1C90389-43CF-49F4-91A8-928E1054D33D}" destId="{3CFC30F9-91E9-483C-82B9-75364AB392BE}" srcOrd="1" destOrd="0" presId="urn:microsoft.com/office/officeart/2018/2/layout/IconCircleList"/>
    <dgm:cxn modelId="{1E339CEF-608C-49B3-A63C-AF48205917A3}" type="presParOf" srcId="{F1C90389-43CF-49F4-91A8-928E1054D33D}" destId="{8A80551F-5CEB-41E7-8E0A-87C70707729F}" srcOrd="2" destOrd="0" presId="urn:microsoft.com/office/officeart/2018/2/layout/IconCircleList"/>
    <dgm:cxn modelId="{90639916-52F0-4262-A40D-47996BC8A673}" type="presParOf" srcId="{8A80551F-5CEB-41E7-8E0A-87C70707729F}" destId="{D94329A7-EE39-46C9-918A-9727A7D1FFDA}" srcOrd="0" destOrd="0" presId="urn:microsoft.com/office/officeart/2018/2/layout/IconCircleList"/>
    <dgm:cxn modelId="{C621995E-C300-4B2A-A971-67B7B8445EC9}" type="presParOf" srcId="{8A80551F-5CEB-41E7-8E0A-87C70707729F}" destId="{97F4A363-79AA-44C1-B81E-8773E98F2221}" srcOrd="1" destOrd="0" presId="urn:microsoft.com/office/officeart/2018/2/layout/IconCircleList"/>
    <dgm:cxn modelId="{2DCCBA03-5733-48AD-A36F-66D182CB31F2}" type="presParOf" srcId="{8A80551F-5CEB-41E7-8E0A-87C70707729F}" destId="{67F1956B-7455-4DEF-961E-2A9DE2ED011F}" srcOrd="2" destOrd="0" presId="urn:microsoft.com/office/officeart/2018/2/layout/IconCircleList"/>
    <dgm:cxn modelId="{F33E6005-DA20-4619-A116-495643FA1CFE}" type="presParOf" srcId="{8A80551F-5CEB-41E7-8E0A-87C70707729F}" destId="{B750D45F-9C9B-48E3-A1A7-4FF0AD0E0F0B}" srcOrd="3" destOrd="0" presId="urn:microsoft.com/office/officeart/2018/2/layout/IconCircleList"/>
    <dgm:cxn modelId="{41A9CBF0-591E-45AD-9F48-ED3EB6DFC18D}" type="presParOf" srcId="{F1C90389-43CF-49F4-91A8-928E1054D33D}" destId="{B53BEF9C-E003-421A-A107-0EC0372A17F4}" srcOrd="3" destOrd="0" presId="urn:microsoft.com/office/officeart/2018/2/layout/IconCircleList"/>
    <dgm:cxn modelId="{076EEDD2-1155-45AA-AD80-D274EB6A1366}" type="presParOf" srcId="{F1C90389-43CF-49F4-91A8-928E1054D33D}" destId="{0FED9D84-7774-44FB-98E5-FA48C0522F95}" srcOrd="4" destOrd="0" presId="urn:microsoft.com/office/officeart/2018/2/layout/IconCircleList"/>
    <dgm:cxn modelId="{6EEAFD78-C4BB-4FE7-89E5-B36721582898}" type="presParOf" srcId="{0FED9D84-7774-44FB-98E5-FA48C0522F95}" destId="{F2C19FFF-91BF-473A-A8EA-AD237E213EAA}" srcOrd="0" destOrd="0" presId="urn:microsoft.com/office/officeart/2018/2/layout/IconCircleList"/>
    <dgm:cxn modelId="{10FCC8A1-2E07-46F0-A2AD-E7FAAE401762}" type="presParOf" srcId="{0FED9D84-7774-44FB-98E5-FA48C0522F95}" destId="{6EB4F25F-C330-4D48-A012-C93906E253B5}" srcOrd="1" destOrd="0" presId="urn:microsoft.com/office/officeart/2018/2/layout/IconCircleList"/>
    <dgm:cxn modelId="{DE0D33AE-763F-4966-BB09-67C31960EC8A}" type="presParOf" srcId="{0FED9D84-7774-44FB-98E5-FA48C0522F95}" destId="{F832CD13-C60C-4692-A305-7599A974DA3F}" srcOrd="2" destOrd="0" presId="urn:microsoft.com/office/officeart/2018/2/layout/IconCircleList"/>
    <dgm:cxn modelId="{EB2B5EF3-C3AA-4901-82C2-ADEDFFD95016}" type="presParOf" srcId="{0FED9D84-7774-44FB-98E5-FA48C0522F95}" destId="{C1C68EFF-067F-4172-B658-80187DFC610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3387900-7AEF-4747-BB21-73CF988E6FA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AA15D5-18F2-46EC-B177-6518C46BF4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MySQL:</a:t>
          </a:r>
        </a:p>
      </dgm:t>
    </dgm:pt>
    <dgm:pt modelId="{A20EF222-970C-47FE-8D61-885DEF7EBAC2}" type="parTrans" cxnId="{0C02436B-A6F5-4F0C-9D4D-7BB315E3CEE2}">
      <dgm:prSet/>
      <dgm:spPr/>
      <dgm:t>
        <a:bodyPr/>
        <a:lstStyle/>
        <a:p>
          <a:endParaRPr lang="en-US"/>
        </a:p>
      </dgm:t>
    </dgm:pt>
    <dgm:pt modelId="{F8395E41-7666-425F-8CCB-1A8101062DC4}" type="sibTrans" cxnId="{0C02436B-A6F5-4F0C-9D4D-7BB315E3CEE2}">
      <dgm:prSet/>
      <dgm:spPr/>
      <dgm:t>
        <a:bodyPr/>
        <a:lstStyle/>
        <a:p>
          <a:endParaRPr lang="en-US"/>
        </a:p>
      </dgm:t>
    </dgm:pt>
    <dgm:pt modelId="{6CB9280F-D49E-4F69-84EF-2D810D22AA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`com.mysql.cj.jdbc.Driver`</a:t>
          </a:r>
        </a:p>
      </dgm:t>
    </dgm:pt>
    <dgm:pt modelId="{6AA409F4-FB67-47A8-8C99-D09CF32B8C1E}" type="parTrans" cxnId="{72BC861C-C959-4B51-B4C2-4B300DA95066}">
      <dgm:prSet/>
      <dgm:spPr/>
      <dgm:t>
        <a:bodyPr/>
        <a:lstStyle/>
        <a:p>
          <a:endParaRPr lang="en-US"/>
        </a:p>
      </dgm:t>
    </dgm:pt>
    <dgm:pt modelId="{AB91E2F6-729D-4167-A3D2-4CA70E6EA2D6}" type="sibTrans" cxnId="{72BC861C-C959-4B51-B4C2-4B300DA95066}">
      <dgm:prSet/>
      <dgm:spPr/>
      <dgm:t>
        <a:bodyPr/>
        <a:lstStyle/>
        <a:p>
          <a:endParaRPr lang="en-US"/>
        </a:p>
      </dgm:t>
    </dgm:pt>
    <dgm:pt modelId="{77B5A475-92A2-4299-9807-37C1CB38A7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jdbc:mysql://host:3306/db?serverTimezone=UTC</a:t>
          </a:r>
        </a:p>
      </dgm:t>
    </dgm:pt>
    <dgm:pt modelId="{941576C0-6049-437E-82E1-405564FAD0FE}" type="parTrans" cxnId="{3088D6B7-F379-4461-8761-0B73B9622609}">
      <dgm:prSet/>
      <dgm:spPr/>
      <dgm:t>
        <a:bodyPr/>
        <a:lstStyle/>
        <a:p>
          <a:endParaRPr lang="en-US"/>
        </a:p>
      </dgm:t>
    </dgm:pt>
    <dgm:pt modelId="{4A44BB08-BD40-403E-B104-34D143F2936E}" type="sibTrans" cxnId="{3088D6B7-F379-4461-8761-0B73B9622609}">
      <dgm:prSet/>
      <dgm:spPr/>
      <dgm:t>
        <a:bodyPr/>
        <a:lstStyle/>
        <a:p>
          <a:endParaRPr lang="en-US"/>
        </a:p>
      </dgm:t>
    </dgm:pt>
    <dgm:pt modelId="{A1D7F6A4-E404-447F-BE58-98D873EE4E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PostgreSQL:</a:t>
          </a:r>
        </a:p>
      </dgm:t>
    </dgm:pt>
    <dgm:pt modelId="{EA93C602-DEDD-4AC7-832F-87A5B37050E8}" type="parTrans" cxnId="{CAF1036E-7B43-4744-95C5-03E89123312F}">
      <dgm:prSet/>
      <dgm:spPr/>
      <dgm:t>
        <a:bodyPr/>
        <a:lstStyle/>
        <a:p>
          <a:endParaRPr lang="en-US"/>
        </a:p>
      </dgm:t>
    </dgm:pt>
    <dgm:pt modelId="{FEA0A2AC-0C0B-48BF-925B-63071E328381}" type="sibTrans" cxnId="{CAF1036E-7B43-4744-95C5-03E89123312F}">
      <dgm:prSet/>
      <dgm:spPr/>
      <dgm:t>
        <a:bodyPr/>
        <a:lstStyle/>
        <a:p>
          <a:endParaRPr lang="en-US"/>
        </a:p>
      </dgm:t>
    </dgm:pt>
    <dgm:pt modelId="{158C07F3-CEC7-431A-BBC0-5316F63B97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`org.postgresql.Driver`</a:t>
          </a:r>
        </a:p>
      </dgm:t>
    </dgm:pt>
    <dgm:pt modelId="{E9F3DF6B-F85A-45B1-9CED-1A7B1E417D27}" type="parTrans" cxnId="{A1728E68-546D-4863-B88C-C455D87A3C39}">
      <dgm:prSet/>
      <dgm:spPr/>
      <dgm:t>
        <a:bodyPr/>
        <a:lstStyle/>
        <a:p>
          <a:endParaRPr lang="en-US"/>
        </a:p>
      </dgm:t>
    </dgm:pt>
    <dgm:pt modelId="{B429F489-22C2-4265-B03F-9E74B1B8973A}" type="sibTrans" cxnId="{A1728E68-546D-4863-B88C-C455D87A3C39}">
      <dgm:prSet/>
      <dgm:spPr/>
      <dgm:t>
        <a:bodyPr/>
        <a:lstStyle/>
        <a:p>
          <a:endParaRPr lang="en-US"/>
        </a:p>
      </dgm:t>
    </dgm:pt>
    <dgm:pt modelId="{713789A5-F6DB-4A28-8FB0-6C98883A51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jdbc:postgresql://host:5432/db</a:t>
          </a:r>
        </a:p>
      </dgm:t>
    </dgm:pt>
    <dgm:pt modelId="{F3F91BCD-3B2D-4866-94B0-B1CE8C92CE1D}" type="parTrans" cxnId="{389FA921-FA81-4459-93A4-DA13C08DFBE2}">
      <dgm:prSet/>
      <dgm:spPr/>
      <dgm:t>
        <a:bodyPr/>
        <a:lstStyle/>
        <a:p>
          <a:endParaRPr lang="en-US"/>
        </a:p>
      </dgm:t>
    </dgm:pt>
    <dgm:pt modelId="{D0C01FF6-2E0E-4EBA-BD48-71EF4CB8D829}" type="sibTrans" cxnId="{389FA921-FA81-4459-93A4-DA13C08DFBE2}">
      <dgm:prSet/>
      <dgm:spPr/>
      <dgm:t>
        <a:bodyPr/>
        <a:lstStyle/>
        <a:p>
          <a:endParaRPr lang="en-US"/>
        </a:p>
      </dgm:t>
    </dgm:pt>
    <dgm:pt modelId="{8F82BAA4-44F7-45A6-9943-E26F672B80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Oracle:</a:t>
          </a:r>
        </a:p>
      </dgm:t>
    </dgm:pt>
    <dgm:pt modelId="{3D7711AB-7004-4A7D-B6F3-071D6A3C89A3}" type="parTrans" cxnId="{27688E68-9520-41A5-BF5A-B39AF52B77E4}">
      <dgm:prSet/>
      <dgm:spPr/>
      <dgm:t>
        <a:bodyPr/>
        <a:lstStyle/>
        <a:p>
          <a:endParaRPr lang="en-US"/>
        </a:p>
      </dgm:t>
    </dgm:pt>
    <dgm:pt modelId="{9103F8F2-812C-4CAB-A5BF-697B9DF909EB}" type="sibTrans" cxnId="{27688E68-9520-41A5-BF5A-B39AF52B77E4}">
      <dgm:prSet/>
      <dgm:spPr/>
      <dgm:t>
        <a:bodyPr/>
        <a:lstStyle/>
        <a:p>
          <a:endParaRPr lang="en-US"/>
        </a:p>
      </dgm:t>
    </dgm:pt>
    <dgm:pt modelId="{0E1CDB79-FE0E-4669-BC4E-82D3AEBD41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`oracle.jdbc.OracleDriver`</a:t>
          </a:r>
        </a:p>
      </dgm:t>
    </dgm:pt>
    <dgm:pt modelId="{1993249B-1039-4034-BA6E-555D7C3761E3}" type="parTrans" cxnId="{C92214E5-FDFA-45B0-9DC6-E9ADBC82B1F8}">
      <dgm:prSet/>
      <dgm:spPr/>
      <dgm:t>
        <a:bodyPr/>
        <a:lstStyle/>
        <a:p>
          <a:endParaRPr lang="en-US"/>
        </a:p>
      </dgm:t>
    </dgm:pt>
    <dgm:pt modelId="{C2BAF983-972B-4975-83C9-C3118BD3FFB1}" type="sibTrans" cxnId="{C92214E5-FDFA-45B0-9DC6-E9ADBC82B1F8}">
      <dgm:prSet/>
      <dgm:spPr/>
      <dgm:t>
        <a:bodyPr/>
        <a:lstStyle/>
        <a:p>
          <a:endParaRPr lang="en-US"/>
        </a:p>
      </dgm:t>
    </dgm:pt>
    <dgm:pt modelId="{736D30F9-BF6D-4850-83DA-E9CEBA88D3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jdbc:oracle:thin:@//host:1521/servicename</a:t>
          </a:r>
        </a:p>
      </dgm:t>
    </dgm:pt>
    <dgm:pt modelId="{C6972E1F-380B-486D-BEC7-BAEDE501AFB2}" type="parTrans" cxnId="{BFE68CB2-85BB-48A8-816D-1D5C8535205E}">
      <dgm:prSet/>
      <dgm:spPr/>
      <dgm:t>
        <a:bodyPr/>
        <a:lstStyle/>
        <a:p>
          <a:endParaRPr lang="en-US"/>
        </a:p>
      </dgm:t>
    </dgm:pt>
    <dgm:pt modelId="{F672762A-1BB9-4873-AA68-D66D60E56B7A}" type="sibTrans" cxnId="{BFE68CB2-85BB-48A8-816D-1D5C8535205E}">
      <dgm:prSet/>
      <dgm:spPr/>
      <dgm:t>
        <a:bodyPr/>
        <a:lstStyle/>
        <a:p>
          <a:endParaRPr lang="en-US"/>
        </a:p>
      </dgm:t>
    </dgm:pt>
    <dgm:pt modelId="{85C031A3-4AEB-4637-BC60-B7AE10802CE0}" type="pres">
      <dgm:prSet presAssocID="{43387900-7AEF-4747-BB21-73CF988E6FA8}" presName="root" presStyleCnt="0">
        <dgm:presLayoutVars>
          <dgm:dir/>
          <dgm:resizeHandles val="exact"/>
        </dgm:presLayoutVars>
      </dgm:prSet>
      <dgm:spPr/>
    </dgm:pt>
    <dgm:pt modelId="{AC03417D-2193-4D02-B9DE-0857DF8564EF}" type="pres">
      <dgm:prSet presAssocID="{0BAA15D5-18F2-46EC-B177-6518C46BF4B1}" presName="compNode" presStyleCnt="0"/>
      <dgm:spPr/>
    </dgm:pt>
    <dgm:pt modelId="{9F39F55F-59B7-4551-B6A1-5832B0539B82}" type="pres">
      <dgm:prSet presAssocID="{0BAA15D5-18F2-46EC-B177-6518C46BF4B1}" presName="bgRect" presStyleLbl="bgShp" presStyleIdx="0" presStyleCnt="3"/>
      <dgm:spPr/>
    </dgm:pt>
    <dgm:pt modelId="{C89484CD-4624-4500-9221-487885012E1E}" type="pres">
      <dgm:prSet presAssocID="{0BAA15D5-18F2-46EC-B177-6518C46BF4B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46C4ADD-8576-47B4-B31F-AD2A136D8565}" type="pres">
      <dgm:prSet presAssocID="{0BAA15D5-18F2-46EC-B177-6518C46BF4B1}" presName="spaceRect" presStyleCnt="0"/>
      <dgm:spPr/>
    </dgm:pt>
    <dgm:pt modelId="{04C892B7-72C2-4138-ACF4-4E2F0B01E4B8}" type="pres">
      <dgm:prSet presAssocID="{0BAA15D5-18F2-46EC-B177-6518C46BF4B1}" presName="parTx" presStyleLbl="revTx" presStyleIdx="0" presStyleCnt="6">
        <dgm:presLayoutVars>
          <dgm:chMax val="0"/>
          <dgm:chPref val="0"/>
        </dgm:presLayoutVars>
      </dgm:prSet>
      <dgm:spPr/>
    </dgm:pt>
    <dgm:pt modelId="{B5E307B3-EC72-4BA8-BC4F-B415C870C3CD}" type="pres">
      <dgm:prSet presAssocID="{0BAA15D5-18F2-46EC-B177-6518C46BF4B1}" presName="desTx" presStyleLbl="revTx" presStyleIdx="1" presStyleCnt="6">
        <dgm:presLayoutVars/>
      </dgm:prSet>
      <dgm:spPr/>
    </dgm:pt>
    <dgm:pt modelId="{FAB9C0D6-F53E-457B-A279-9FBD92797E5F}" type="pres">
      <dgm:prSet presAssocID="{F8395E41-7666-425F-8CCB-1A8101062DC4}" presName="sibTrans" presStyleCnt="0"/>
      <dgm:spPr/>
    </dgm:pt>
    <dgm:pt modelId="{D380B29C-F27A-4F15-8D09-4737AE0E88E5}" type="pres">
      <dgm:prSet presAssocID="{A1D7F6A4-E404-447F-BE58-98D873EE4E12}" presName="compNode" presStyleCnt="0"/>
      <dgm:spPr/>
    </dgm:pt>
    <dgm:pt modelId="{9C87F911-9D80-4E0B-820A-4E234BB2FED4}" type="pres">
      <dgm:prSet presAssocID="{A1D7F6A4-E404-447F-BE58-98D873EE4E12}" presName="bgRect" presStyleLbl="bgShp" presStyleIdx="1" presStyleCnt="3"/>
      <dgm:spPr/>
    </dgm:pt>
    <dgm:pt modelId="{EAA4D5EF-544A-464C-AE61-09E733A64C76}" type="pres">
      <dgm:prSet presAssocID="{A1D7F6A4-E404-447F-BE58-98D873EE4E1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8B2D8EF-4EDF-4D0A-91F3-8ED34D027535}" type="pres">
      <dgm:prSet presAssocID="{A1D7F6A4-E404-447F-BE58-98D873EE4E12}" presName="spaceRect" presStyleCnt="0"/>
      <dgm:spPr/>
    </dgm:pt>
    <dgm:pt modelId="{4C9B4C6D-DBEA-44C9-B51D-35518C74A245}" type="pres">
      <dgm:prSet presAssocID="{A1D7F6A4-E404-447F-BE58-98D873EE4E12}" presName="parTx" presStyleLbl="revTx" presStyleIdx="2" presStyleCnt="6">
        <dgm:presLayoutVars>
          <dgm:chMax val="0"/>
          <dgm:chPref val="0"/>
        </dgm:presLayoutVars>
      </dgm:prSet>
      <dgm:spPr/>
    </dgm:pt>
    <dgm:pt modelId="{42A81B01-5750-4C80-9536-05A66BE5F674}" type="pres">
      <dgm:prSet presAssocID="{A1D7F6A4-E404-447F-BE58-98D873EE4E12}" presName="desTx" presStyleLbl="revTx" presStyleIdx="3" presStyleCnt="6">
        <dgm:presLayoutVars/>
      </dgm:prSet>
      <dgm:spPr/>
    </dgm:pt>
    <dgm:pt modelId="{9A2733C6-EDEA-4E18-BA8D-446D29510FC8}" type="pres">
      <dgm:prSet presAssocID="{FEA0A2AC-0C0B-48BF-925B-63071E328381}" presName="sibTrans" presStyleCnt="0"/>
      <dgm:spPr/>
    </dgm:pt>
    <dgm:pt modelId="{53EABE41-2FF9-4C9D-B14E-602D6D3E281B}" type="pres">
      <dgm:prSet presAssocID="{8F82BAA4-44F7-45A6-9943-E26F672B80CA}" presName="compNode" presStyleCnt="0"/>
      <dgm:spPr/>
    </dgm:pt>
    <dgm:pt modelId="{6C6786D1-8464-4BEB-8F24-5C8440690501}" type="pres">
      <dgm:prSet presAssocID="{8F82BAA4-44F7-45A6-9943-E26F672B80CA}" presName="bgRect" presStyleLbl="bgShp" presStyleIdx="2" presStyleCnt="3"/>
      <dgm:spPr/>
    </dgm:pt>
    <dgm:pt modelId="{EE9C5B1E-D92C-49A0-8BED-B46784A85C94}" type="pres">
      <dgm:prSet presAssocID="{8F82BAA4-44F7-45A6-9943-E26F672B80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D6BB10D-FAF8-4EEC-83C1-B4D2EBA1CE5D}" type="pres">
      <dgm:prSet presAssocID="{8F82BAA4-44F7-45A6-9943-E26F672B80CA}" presName="spaceRect" presStyleCnt="0"/>
      <dgm:spPr/>
    </dgm:pt>
    <dgm:pt modelId="{E12EFAB2-5E7C-408D-87FF-84838DBADB85}" type="pres">
      <dgm:prSet presAssocID="{8F82BAA4-44F7-45A6-9943-E26F672B80CA}" presName="parTx" presStyleLbl="revTx" presStyleIdx="4" presStyleCnt="6">
        <dgm:presLayoutVars>
          <dgm:chMax val="0"/>
          <dgm:chPref val="0"/>
        </dgm:presLayoutVars>
      </dgm:prSet>
      <dgm:spPr/>
    </dgm:pt>
    <dgm:pt modelId="{908AB84B-E045-437C-B1B1-7756DADBB3C2}" type="pres">
      <dgm:prSet presAssocID="{8F82BAA4-44F7-45A6-9943-E26F672B80CA}" presName="desTx" presStyleLbl="revTx" presStyleIdx="5" presStyleCnt="6">
        <dgm:presLayoutVars/>
      </dgm:prSet>
      <dgm:spPr/>
    </dgm:pt>
  </dgm:ptLst>
  <dgm:cxnLst>
    <dgm:cxn modelId="{72BC861C-C959-4B51-B4C2-4B300DA95066}" srcId="{0BAA15D5-18F2-46EC-B177-6518C46BF4B1}" destId="{6CB9280F-D49E-4F69-84EF-2D810D22AA59}" srcOrd="0" destOrd="0" parTransId="{6AA409F4-FB67-47A8-8C99-D09CF32B8C1E}" sibTransId="{AB91E2F6-729D-4167-A3D2-4CA70E6EA2D6}"/>
    <dgm:cxn modelId="{389FA921-FA81-4459-93A4-DA13C08DFBE2}" srcId="{A1D7F6A4-E404-447F-BE58-98D873EE4E12}" destId="{713789A5-F6DB-4A28-8FB0-6C98883A5185}" srcOrd="1" destOrd="0" parTransId="{F3F91BCD-3B2D-4866-94B0-B1CE8C92CE1D}" sibTransId="{D0C01FF6-2E0E-4EBA-BD48-71EF4CB8D829}"/>
    <dgm:cxn modelId="{D122D564-E9BB-418F-BB86-8579870CA4DA}" type="presOf" srcId="{0E1CDB79-FE0E-4669-BC4E-82D3AEBD41CB}" destId="{908AB84B-E045-437C-B1B1-7756DADBB3C2}" srcOrd="0" destOrd="0" presId="urn:microsoft.com/office/officeart/2018/2/layout/IconVerticalSolidList"/>
    <dgm:cxn modelId="{27688E68-9520-41A5-BF5A-B39AF52B77E4}" srcId="{43387900-7AEF-4747-BB21-73CF988E6FA8}" destId="{8F82BAA4-44F7-45A6-9943-E26F672B80CA}" srcOrd="2" destOrd="0" parTransId="{3D7711AB-7004-4A7D-B6F3-071D6A3C89A3}" sibTransId="{9103F8F2-812C-4CAB-A5BF-697B9DF909EB}"/>
    <dgm:cxn modelId="{A1728E68-546D-4863-B88C-C455D87A3C39}" srcId="{A1D7F6A4-E404-447F-BE58-98D873EE4E12}" destId="{158C07F3-CEC7-431A-BBC0-5316F63B9709}" srcOrd="0" destOrd="0" parTransId="{E9F3DF6B-F85A-45B1-9CED-1A7B1E417D27}" sibTransId="{B429F489-22C2-4265-B03F-9E74B1B8973A}"/>
    <dgm:cxn modelId="{0C02436B-A6F5-4F0C-9D4D-7BB315E3CEE2}" srcId="{43387900-7AEF-4747-BB21-73CF988E6FA8}" destId="{0BAA15D5-18F2-46EC-B177-6518C46BF4B1}" srcOrd="0" destOrd="0" parTransId="{A20EF222-970C-47FE-8D61-885DEF7EBAC2}" sibTransId="{F8395E41-7666-425F-8CCB-1A8101062DC4}"/>
    <dgm:cxn modelId="{CAF1036E-7B43-4744-95C5-03E89123312F}" srcId="{43387900-7AEF-4747-BB21-73CF988E6FA8}" destId="{A1D7F6A4-E404-447F-BE58-98D873EE4E12}" srcOrd="1" destOrd="0" parTransId="{EA93C602-DEDD-4AC7-832F-87A5B37050E8}" sibTransId="{FEA0A2AC-0C0B-48BF-925B-63071E328381}"/>
    <dgm:cxn modelId="{C07A568C-3CD5-4470-9733-CCE9011867FB}" type="presOf" srcId="{8F82BAA4-44F7-45A6-9943-E26F672B80CA}" destId="{E12EFAB2-5E7C-408D-87FF-84838DBADB85}" srcOrd="0" destOrd="0" presId="urn:microsoft.com/office/officeart/2018/2/layout/IconVerticalSolidList"/>
    <dgm:cxn modelId="{F1088F94-65E6-4DEE-9B8E-4F09296A6966}" type="presOf" srcId="{43387900-7AEF-4747-BB21-73CF988E6FA8}" destId="{85C031A3-4AEB-4637-BC60-B7AE10802CE0}" srcOrd="0" destOrd="0" presId="urn:microsoft.com/office/officeart/2018/2/layout/IconVerticalSolidList"/>
    <dgm:cxn modelId="{423B1097-8668-4847-B8F6-DAD7ADB5C814}" type="presOf" srcId="{A1D7F6A4-E404-447F-BE58-98D873EE4E12}" destId="{4C9B4C6D-DBEA-44C9-B51D-35518C74A245}" srcOrd="0" destOrd="0" presId="urn:microsoft.com/office/officeart/2018/2/layout/IconVerticalSolidList"/>
    <dgm:cxn modelId="{D6CBF6AE-56CB-4085-9278-9D6824817DCC}" type="presOf" srcId="{77B5A475-92A2-4299-9807-37C1CB38A739}" destId="{B5E307B3-EC72-4BA8-BC4F-B415C870C3CD}" srcOrd="0" destOrd="1" presId="urn:microsoft.com/office/officeart/2018/2/layout/IconVerticalSolidList"/>
    <dgm:cxn modelId="{BFE68CB2-85BB-48A8-816D-1D5C8535205E}" srcId="{8F82BAA4-44F7-45A6-9943-E26F672B80CA}" destId="{736D30F9-BF6D-4850-83DA-E9CEBA88D37C}" srcOrd="1" destOrd="0" parTransId="{C6972E1F-380B-486D-BEC7-BAEDE501AFB2}" sibTransId="{F672762A-1BB9-4873-AA68-D66D60E56B7A}"/>
    <dgm:cxn modelId="{3088D6B7-F379-4461-8761-0B73B9622609}" srcId="{0BAA15D5-18F2-46EC-B177-6518C46BF4B1}" destId="{77B5A475-92A2-4299-9807-37C1CB38A739}" srcOrd="1" destOrd="0" parTransId="{941576C0-6049-437E-82E1-405564FAD0FE}" sibTransId="{4A44BB08-BD40-403E-B104-34D143F2936E}"/>
    <dgm:cxn modelId="{5F8706C0-033E-4BB5-A108-08B79BFC3CF9}" type="presOf" srcId="{736D30F9-BF6D-4850-83DA-E9CEBA88D37C}" destId="{908AB84B-E045-437C-B1B1-7756DADBB3C2}" srcOrd="0" destOrd="1" presId="urn:microsoft.com/office/officeart/2018/2/layout/IconVerticalSolidList"/>
    <dgm:cxn modelId="{1D2FC8C3-B457-4855-8849-8367380A8BAC}" type="presOf" srcId="{158C07F3-CEC7-431A-BBC0-5316F63B9709}" destId="{42A81B01-5750-4C80-9536-05A66BE5F674}" srcOrd="0" destOrd="0" presId="urn:microsoft.com/office/officeart/2018/2/layout/IconVerticalSolidList"/>
    <dgm:cxn modelId="{0D115FC9-8E9C-48C4-BBD0-406C153C6AA1}" type="presOf" srcId="{713789A5-F6DB-4A28-8FB0-6C98883A5185}" destId="{42A81B01-5750-4C80-9536-05A66BE5F674}" srcOrd="0" destOrd="1" presId="urn:microsoft.com/office/officeart/2018/2/layout/IconVerticalSolidList"/>
    <dgm:cxn modelId="{C92214E5-FDFA-45B0-9DC6-E9ADBC82B1F8}" srcId="{8F82BAA4-44F7-45A6-9943-E26F672B80CA}" destId="{0E1CDB79-FE0E-4669-BC4E-82D3AEBD41CB}" srcOrd="0" destOrd="0" parTransId="{1993249B-1039-4034-BA6E-555D7C3761E3}" sibTransId="{C2BAF983-972B-4975-83C9-C3118BD3FFB1}"/>
    <dgm:cxn modelId="{A9BDE4ED-4462-424F-8FF7-C8BD539A87AF}" type="presOf" srcId="{6CB9280F-D49E-4F69-84EF-2D810D22AA59}" destId="{B5E307B3-EC72-4BA8-BC4F-B415C870C3CD}" srcOrd="0" destOrd="0" presId="urn:microsoft.com/office/officeart/2018/2/layout/IconVerticalSolidList"/>
    <dgm:cxn modelId="{EA95CCF9-B465-444E-9E1A-D0EEE1254FC0}" type="presOf" srcId="{0BAA15D5-18F2-46EC-B177-6518C46BF4B1}" destId="{04C892B7-72C2-4138-ACF4-4E2F0B01E4B8}" srcOrd="0" destOrd="0" presId="urn:microsoft.com/office/officeart/2018/2/layout/IconVerticalSolidList"/>
    <dgm:cxn modelId="{D2695008-F32B-4602-BA53-926A2ECCEC34}" type="presParOf" srcId="{85C031A3-4AEB-4637-BC60-B7AE10802CE0}" destId="{AC03417D-2193-4D02-B9DE-0857DF8564EF}" srcOrd="0" destOrd="0" presId="urn:microsoft.com/office/officeart/2018/2/layout/IconVerticalSolidList"/>
    <dgm:cxn modelId="{96A02C0A-42A2-484F-8998-788F8FCC0FB5}" type="presParOf" srcId="{AC03417D-2193-4D02-B9DE-0857DF8564EF}" destId="{9F39F55F-59B7-4551-B6A1-5832B0539B82}" srcOrd="0" destOrd="0" presId="urn:microsoft.com/office/officeart/2018/2/layout/IconVerticalSolidList"/>
    <dgm:cxn modelId="{B31E6284-63B1-4300-8606-CD7BC9221357}" type="presParOf" srcId="{AC03417D-2193-4D02-B9DE-0857DF8564EF}" destId="{C89484CD-4624-4500-9221-487885012E1E}" srcOrd="1" destOrd="0" presId="urn:microsoft.com/office/officeart/2018/2/layout/IconVerticalSolidList"/>
    <dgm:cxn modelId="{85C3ADCF-14FE-4283-93F1-4A557C82C74D}" type="presParOf" srcId="{AC03417D-2193-4D02-B9DE-0857DF8564EF}" destId="{446C4ADD-8576-47B4-B31F-AD2A136D8565}" srcOrd="2" destOrd="0" presId="urn:microsoft.com/office/officeart/2018/2/layout/IconVerticalSolidList"/>
    <dgm:cxn modelId="{E10F80FF-69FC-424A-B96C-9FD6A394D31F}" type="presParOf" srcId="{AC03417D-2193-4D02-B9DE-0857DF8564EF}" destId="{04C892B7-72C2-4138-ACF4-4E2F0B01E4B8}" srcOrd="3" destOrd="0" presId="urn:microsoft.com/office/officeart/2018/2/layout/IconVerticalSolidList"/>
    <dgm:cxn modelId="{A3392D3F-2BCA-4D38-AF34-03DF3E58D662}" type="presParOf" srcId="{AC03417D-2193-4D02-B9DE-0857DF8564EF}" destId="{B5E307B3-EC72-4BA8-BC4F-B415C870C3CD}" srcOrd="4" destOrd="0" presId="urn:microsoft.com/office/officeart/2018/2/layout/IconVerticalSolidList"/>
    <dgm:cxn modelId="{7621A273-12AA-4F1D-B3CF-798CE5BEBC11}" type="presParOf" srcId="{85C031A3-4AEB-4637-BC60-B7AE10802CE0}" destId="{FAB9C0D6-F53E-457B-A279-9FBD92797E5F}" srcOrd="1" destOrd="0" presId="urn:microsoft.com/office/officeart/2018/2/layout/IconVerticalSolidList"/>
    <dgm:cxn modelId="{9924F238-A209-4C3D-BD88-EFBC8D568837}" type="presParOf" srcId="{85C031A3-4AEB-4637-BC60-B7AE10802CE0}" destId="{D380B29C-F27A-4F15-8D09-4737AE0E88E5}" srcOrd="2" destOrd="0" presId="urn:microsoft.com/office/officeart/2018/2/layout/IconVerticalSolidList"/>
    <dgm:cxn modelId="{226D4A9B-C671-4A36-BB83-309421E483D5}" type="presParOf" srcId="{D380B29C-F27A-4F15-8D09-4737AE0E88E5}" destId="{9C87F911-9D80-4E0B-820A-4E234BB2FED4}" srcOrd="0" destOrd="0" presId="urn:microsoft.com/office/officeart/2018/2/layout/IconVerticalSolidList"/>
    <dgm:cxn modelId="{D9BE4406-1522-43EF-A34B-F263CBEFA7CE}" type="presParOf" srcId="{D380B29C-F27A-4F15-8D09-4737AE0E88E5}" destId="{EAA4D5EF-544A-464C-AE61-09E733A64C76}" srcOrd="1" destOrd="0" presId="urn:microsoft.com/office/officeart/2018/2/layout/IconVerticalSolidList"/>
    <dgm:cxn modelId="{9804844F-FDE1-44D9-945F-3C21A8B8D004}" type="presParOf" srcId="{D380B29C-F27A-4F15-8D09-4737AE0E88E5}" destId="{88B2D8EF-4EDF-4D0A-91F3-8ED34D027535}" srcOrd="2" destOrd="0" presId="urn:microsoft.com/office/officeart/2018/2/layout/IconVerticalSolidList"/>
    <dgm:cxn modelId="{7631BAD0-2429-44EC-A3D1-CDE5474E98A5}" type="presParOf" srcId="{D380B29C-F27A-4F15-8D09-4737AE0E88E5}" destId="{4C9B4C6D-DBEA-44C9-B51D-35518C74A245}" srcOrd="3" destOrd="0" presId="urn:microsoft.com/office/officeart/2018/2/layout/IconVerticalSolidList"/>
    <dgm:cxn modelId="{0FF6F0FA-D5F2-4693-AC8B-837F87C1DA49}" type="presParOf" srcId="{D380B29C-F27A-4F15-8D09-4737AE0E88E5}" destId="{42A81B01-5750-4C80-9536-05A66BE5F674}" srcOrd="4" destOrd="0" presId="urn:microsoft.com/office/officeart/2018/2/layout/IconVerticalSolidList"/>
    <dgm:cxn modelId="{F2234394-543F-4F91-9E93-6F5EE32D4DCE}" type="presParOf" srcId="{85C031A3-4AEB-4637-BC60-B7AE10802CE0}" destId="{9A2733C6-EDEA-4E18-BA8D-446D29510FC8}" srcOrd="3" destOrd="0" presId="urn:microsoft.com/office/officeart/2018/2/layout/IconVerticalSolidList"/>
    <dgm:cxn modelId="{A2C10F0E-51A9-41EA-9B7C-20A20DFD1E4C}" type="presParOf" srcId="{85C031A3-4AEB-4637-BC60-B7AE10802CE0}" destId="{53EABE41-2FF9-4C9D-B14E-602D6D3E281B}" srcOrd="4" destOrd="0" presId="urn:microsoft.com/office/officeart/2018/2/layout/IconVerticalSolidList"/>
    <dgm:cxn modelId="{B64DE061-B3BE-427E-A9AD-AADB81507905}" type="presParOf" srcId="{53EABE41-2FF9-4C9D-B14E-602D6D3E281B}" destId="{6C6786D1-8464-4BEB-8F24-5C8440690501}" srcOrd="0" destOrd="0" presId="urn:microsoft.com/office/officeart/2018/2/layout/IconVerticalSolidList"/>
    <dgm:cxn modelId="{2A041A8C-D33C-475F-A347-42C3901BBA5B}" type="presParOf" srcId="{53EABE41-2FF9-4C9D-B14E-602D6D3E281B}" destId="{EE9C5B1E-D92C-49A0-8BED-B46784A85C94}" srcOrd="1" destOrd="0" presId="urn:microsoft.com/office/officeart/2018/2/layout/IconVerticalSolidList"/>
    <dgm:cxn modelId="{138FECA5-12FE-4E4B-9E24-78AD6350863E}" type="presParOf" srcId="{53EABE41-2FF9-4C9D-B14E-602D6D3E281B}" destId="{FD6BB10D-FAF8-4EEC-83C1-B4D2EBA1CE5D}" srcOrd="2" destOrd="0" presId="urn:microsoft.com/office/officeart/2018/2/layout/IconVerticalSolidList"/>
    <dgm:cxn modelId="{640551E0-C6C4-47EF-8873-F76092939F96}" type="presParOf" srcId="{53EABE41-2FF9-4C9D-B14E-602D6D3E281B}" destId="{E12EFAB2-5E7C-408D-87FF-84838DBADB85}" srcOrd="3" destOrd="0" presId="urn:microsoft.com/office/officeart/2018/2/layout/IconVerticalSolidList"/>
    <dgm:cxn modelId="{A1A4DD38-AF08-40F6-ADEE-B65F0396FF05}" type="presParOf" srcId="{53EABE41-2FF9-4C9D-B14E-602D6D3E281B}" destId="{908AB84B-E045-437C-B1B1-7756DADBB3C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1DC5AF-2569-41EA-AE6C-D8070566DF5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62A35B-7664-4FBD-B4DD-9D0CC1B7D9BB}">
      <dgm:prSet/>
      <dgm:spPr/>
      <dgm:t>
        <a:bodyPr/>
        <a:lstStyle/>
        <a:p>
          <a:r>
            <a:rPr lang="en-US"/>
            <a:t>ALWAYS use PreparedStatement (no string concatenation)</a:t>
          </a:r>
        </a:p>
      </dgm:t>
    </dgm:pt>
    <dgm:pt modelId="{28FC19B5-76CA-4065-9C95-0877DA5825BF}" type="parTrans" cxnId="{2D88F4C5-513C-4D26-934E-87F5D11061A1}">
      <dgm:prSet/>
      <dgm:spPr/>
      <dgm:t>
        <a:bodyPr/>
        <a:lstStyle/>
        <a:p>
          <a:endParaRPr lang="en-US"/>
        </a:p>
      </dgm:t>
    </dgm:pt>
    <dgm:pt modelId="{1D4DA56F-7009-445E-AF95-68DA337FB6ED}" type="sibTrans" cxnId="{2D88F4C5-513C-4D26-934E-87F5D11061A1}">
      <dgm:prSet/>
      <dgm:spPr/>
      <dgm:t>
        <a:bodyPr/>
        <a:lstStyle/>
        <a:p>
          <a:endParaRPr lang="en-US"/>
        </a:p>
      </dgm:t>
    </dgm:pt>
    <dgm:pt modelId="{DD1D316D-9D33-471A-A462-D74CBF619E33}">
      <dgm:prSet/>
      <dgm:spPr/>
      <dgm:t>
        <a:bodyPr/>
        <a:lstStyle/>
        <a:p>
          <a:r>
            <a:rPr lang="en-US"/>
            <a:t>Secrets via env/vaults, not hard-coded</a:t>
          </a:r>
        </a:p>
      </dgm:t>
    </dgm:pt>
    <dgm:pt modelId="{B535FF3C-1D88-4B1B-AD0B-14BC20B6288F}" type="parTrans" cxnId="{D6462C1A-9594-4879-BBF6-F54F9E192FFE}">
      <dgm:prSet/>
      <dgm:spPr/>
      <dgm:t>
        <a:bodyPr/>
        <a:lstStyle/>
        <a:p>
          <a:endParaRPr lang="en-US"/>
        </a:p>
      </dgm:t>
    </dgm:pt>
    <dgm:pt modelId="{6A1715B2-4939-4380-B014-59BF223FBE5D}" type="sibTrans" cxnId="{D6462C1A-9594-4879-BBF6-F54F9E192FFE}">
      <dgm:prSet/>
      <dgm:spPr/>
      <dgm:t>
        <a:bodyPr/>
        <a:lstStyle/>
        <a:p>
          <a:endParaRPr lang="en-US"/>
        </a:p>
      </dgm:t>
    </dgm:pt>
    <dgm:pt modelId="{A38BDB2F-7947-4163-9BA8-DA8489B178B6}">
      <dgm:prSet/>
      <dgm:spPr/>
      <dgm:t>
        <a:bodyPr/>
        <a:lstStyle/>
        <a:p>
          <a:r>
            <a:rPr lang="en-US"/>
            <a:t>Close resources (try-with-resources)</a:t>
          </a:r>
        </a:p>
      </dgm:t>
    </dgm:pt>
    <dgm:pt modelId="{E3ECBD59-DAF5-4634-84A9-E98D72C5D27D}" type="parTrans" cxnId="{2A3DD6A9-2BEA-4A68-8CE5-64FFAA38C624}">
      <dgm:prSet/>
      <dgm:spPr/>
      <dgm:t>
        <a:bodyPr/>
        <a:lstStyle/>
        <a:p>
          <a:endParaRPr lang="en-US"/>
        </a:p>
      </dgm:t>
    </dgm:pt>
    <dgm:pt modelId="{AD713A45-890A-42E7-96B7-50BC67B163F0}" type="sibTrans" cxnId="{2A3DD6A9-2BEA-4A68-8CE5-64FFAA38C624}">
      <dgm:prSet/>
      <dgm:spPr/>
      <dgm:t>
        <a:bodyPr/>
        <a:lstStyle/>
        <a:p>
          <a:endParaRPr lang="en-US"/>
        </a:p>
      </dgm:t>
    </dgm:pt>
    <dgm:pt modelId="{D5FAD71F-CB3F-4E92-877A-5731A83421E4}">
      <dgm:prSet/>
      <dgm:spPr/>
      <dgm:t>
        <a:bodyPr/>
        <a:lstStyle/>
        <a:p>
          <a:r>
            <a:rPr lang="en-US"/>
            <a:t>Set timezone/SSL parameters in JDBC URL as needed</a:t>
          </a:r>
        </a:p>
      </dgm:t>
    </dgm:pt>
    <dgm:pt modelId="{61B93ED4-7730-46A7-801D-4ACB74CA0349}" type="parTrans" cxnId="{67293F73-2848-4A4F-81F8-5040397A788C}">
      <dgm:prSet/>
      <dgm:spPr/>
      <dgm:t>
        <a:bodyPr/>
        <a:lstStyle/>
        <a:p>
          <a:endParaRPr lang="en-US"/>
        </a:p>
      </dgm:t>
    </dgm:pt>
    <dgm:pt modelId="{63BCDCB2-EDAA-4880-965C-56B1AB2E2301}" type="sibTrans" cxnId="{67293F73-2848-4A4F-81F8-5040397A788C}">
      <dgm:prSet/>
      <dgm:spPr/>
      <dgm:t>
        <a:bodyPr/>
        <a:lstStyle/>
        <a:p>
          <a:endParaRPr lang="en-US"/>
        </a:p>
      </dgm:t>
    </dgm:pt>
    <dgm:pt modelId="{020F074E-858F-42A4-BED2-AD496673FC90}" type="pres">
      <dgm:prSet presAssocID="{1D1DC5AF-2569-41EA-AE6C-D8070566DF5E}" presName="matrix" presStyleCnt="0">
        <dgm:presLayoutVars>
          <dgm:chMax val="1"/>
          <dgm:dir/>
          <dgm:resizeHandles val="exact"/>
        </dgm:presLayoutVars>
      </dgm:prSet>
      <dgm:spPr/>
    </dgm:pt>
    <dgm:pt modelId="{3D99BBDD-3C79-4FF5-9F54-34CCD3A7C928}" type="pres">
      <dgm:prSet presAssocID="{1D1DC5AF-2569-41EA-AE6C-D8070566DF5E}" presName="diamond" presStyleLbl="bgShp" presStyleIdx="0" presStyleCnt="1"/>
      <dgm:spPr/>
    </dgm:pt>
    <dgm:pt modelId="{F4DE3647-A02C-4D1F-9404-1061E2C4A2E6}" type="pres">
      <dgm:prSet presAssocID="{1D1DC5AF-2569-41EA-AE6C-D8070566DF5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726075F-1EE0-4CF8-AF39-3AF431499016}" type="pres">
      <dgm:prSet presAssocID="{1D1DC5AF-2569-41EA-AE6C-D8070566DF5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7231BC5-1642-4836-8637-1A4318338684}" type="pres">
      <dgm:prSet presAssocID="{1D1DC5AF-2569-41EA-AE6C-D8070566DF5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F97F4EF-76E1-4BBD-AB52-3527BB8B8AA7}" type="pres">
      <dgm:prSet presAssocID="{1D1DC5AF-2569-41EA-AE6C-D8070566DF5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882F814-BA05-4A1F-91F2-01809B568673}" type="presOf" srcId="{DD1D316D-9D33-471A-A462-D74CBF619E33}" destId="{2726075F-1EE0-4CF8-AF39-3AF431499016}" srcOrd="0" destOrd="0" presId="urn:microsoft.com/office/officeart/2005/8/layout/matrix3"/>
    <dgm:cxn modelId="{D6462C1A-9594-4879-BBF6-F54F9E192FFE}" srcId="{1D1DC5AF-2569-41EA-AE6C-D8070566DF5E}" destId="{DD1D316D-9D33-471A-A462-D74CBF619E33}" srcOrd="1" destOrd="0" parTransId="{B535FF3C-1D88-4B1B-AD0B-14BC20B6288F}" sibTransId="{6A1715B2-4939-4380-B014-59BF223FBE5D}"/>
    <dgm:cxn modelId="{E7122843-A8A2-473B-8170-4AAF38D0BBCC}" type="presOf" srcId="{A38BDB2F-7947-4163-9BA8-DA8489B178B6}" destId="{57231BC5-1642-4836-8637-1A4318338684}" srcOrd="0" destOrd="0" presId="urn:microsoft.com/office/officeart/2005/8/layout/matrix3"/>
    <dgm:cxn modelId="{AE91CC63-1171-474D-B2D3-3A38FD116278}" type="presOf" srcId="{1D1DC5AF-2569-41EA-AE6C-D8070566DF5E}" destId="{020F074E-858F-42A4-BED2-AD496673FC90}" srcOrd="0" destOrd="0" presId="urn:microsoft.com/office/officeart/2005/8/layout/matrix3"/>
    <dgm:cxn modelId="{639EDF4A-6C6C-498A-857C-E1B94D3C0E10}" type="presOf" srcId="{D5FAD71F-CB3F-4E92-877A-5731A83421E4}" destId="{2F97F4EF-76E1-4BBD-AB52-3527BB8B8AA7}" srcOrd="0" destOrd="0" presId="urn:microsoft.com/office/officeart/2005/8/layout/matrix3"/>
    <dgm:cxn modelId="{67293F73-2848-4A4F-81F8-5040397A788C}" srcId="{1D1DC5AF-2569-41EA-AE6C-D8070566DF5E}" destId="{D5FAD71F-CB3F-4E92-877A-5731A83421E4}" srcOrd="3" destOrd="0" parTransId="{61B93ED4-7730-46A7-801D-4ACB74CA0349}" sibTransId="{63BCDCB2-EDAA-4880-965C-56B1AB2E2301}"/>
    <dgm:cxn modelId="{2A3DD6A9-2BEA-4A68-8CE5-64FFAA38C624}" srcId="{1D1DC5AF-2569-41EA-AE6C-D8070566DF5E}" destId="{A38BDB2F-7947-4163-9BA8-DA8489B178B6}" srcOrd="2" destOrd="0" parTransId="{E3ECBD59-DAF5-4634-84A9-E98D72C5D27D}" sibTransId="{AD713A45-890A-42E7-96B7-50BC67B163F0}"/>
    <dgm:cxn modelId="{2D88F4C5-513C-4D26-934E-87F5D11061A1}" srcId="{1D1DC5AF-2569-41EA-AE6C-D8070566DF5E}" destId="{8D62A35B-7664-4FBD-B4DD-9D0CC1B7D9BB}" srcOrd="0" destOrd="0" parTransId="{28FC19B5-76CA-4065-9C95-0877DA5825BF}" sibTransId="{1D4DA56F-7009-445E-AF95-68DA337FB6ED}"/>
    <dgm:cxn modelId="{A2A849D0-0F24-47D0-BC3B-EE1BBA4A2800}" type="presOf" srcId="{8D62A35B-7664-4FBD-B4DD-9D0CC1B7D9BB}" destId="{F4DE3647-A02C-4D1F-9404-1061E2C4A2E6}" srcOrd="0" destOrd="0" presId="urn:microsoft.com/office/officeart/2005/8/layout/matrix3"/>
    <dgm:cxn modelId="{11261C68-AEB5-43D1-BDE1-9E6F2280D05B}" type="presParOf" srcId="{020F074E-858F-42A4-BED2-AD496673FC90}" destId="{3D99BBDD-3C79-4FF5-9F54-34CCD3A7C928}" srcOrd="0" destOrd="0" presId="urn:microsoft.com/office/officeart/2005/8/layout/matrix3"/>
    <dgm:cxn modelId="{46804529-6158-4971-A015-C92E901BA737}" type="presParOf" srcId="{020F074E-858F-42A4-BED2-AD496673FC90}" destId="{F4DE3647-A02C-4D1F-9404-1061E2C4A2E6}" srcOrd="1" destOrd="0" presId="urn:microsoft.com/office/officeart/2005/8/layout/matrix3"/>
    <dgm:cxn modelId="{8C279044-F603-4182-ADAC-68BB1A38969D}" type="presParOf" srcId="{020F074E-858F-42A4-BED2-AD496673FC90}" destId="{2726075F-1EE0-4CF8-AF39-3AF431499016}" srcOrd="2" destOrd="0" presId="urn:microsoft.com/office/officeart/2005/8/layout/matrix3"/>
    <dgm:cxn modelId="{F85610BC-8106-49C7-9587-E44311964D80}" type="presParOf" srcId="{020F074E-858F-42A4-BED2-AD496673FC90}" destId="{57231BC5-1642-4836-8637-1A4318338684}" srcOrd="3" destOrd="0" presId="urn:microsoft.com/office/officeart/2005/8/layout/matrix3"/>
    <dgm:cxn modelId="{021B9FA6-AD7F-4DEA-A1AF-57DE7B5FC6B9}" type="presParOf" srcId="{020F074E-858F-42A4-BED2-AD496673FC90}" destId="{2F97F4EF-76E1-4BBD-AB52-3527BB8B8AA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57CED3A-EC18-4AD5-89E7-C579B8F66FFE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82EB30-24BA-4076-B9AF-EE559DDD9CE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No suitable driver</a:t>
          </a:r>
        </a:p>
      </dgm:t>
    </dgm:pt>
    <dgm:pt modelId="{B5F41B04-DBAB-49B1-AD43-5071F0B81342}" type="parTrans" cxnId="{B762A4F0-C33A-4050-9DC6-BA000AFF7DF1}">
      <dgm:prSet/>
      <dgm:spPr/>
      <dgm:t>
        <a:bodyPr/>
        <a:lstStyle/>
        <a:p>
          <a:endParaRPr lang="en-US"/>
        </a:p>
      </dgm:t>
    </dgm:pt>
    <dgm:pt modelId="{66707782-0EC5-4AFF-B522-FD8A272E4056}" type="sibTrans" cxnId="{B762A4F0-C33A-4050-9DC6-BA000AFF7DF1}">
      <dgm:prSet/>
      <dgm:spPr/>
      <dgm:t>
        <a:bodyPr/>
        <a:lstStyle/>
        <a:p>
          <a:endParaRPr lang="en-US"/>
        </a:p>
      </dgm:t>
    </dgm:pt>
    <dgm:pt modelId="{9C1B6705-14B7-4222-8ADA-ABA1C27FAF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→ Add JDBC driver JAR / check URL</a:t>
          </a:r>
        </a:p>
      </dgm:t>
    </dgm:pt>
    <dgm:pt modelId="{A5D2C364-820B-46EA-96A3-5317FA68070B}" type="parTrans" cxnId="{3E39AFA9-FB07-4C7F-A521-64C24DDD7A0E}">
      <dgm:prSet/>
      <dgm:spPr/>
      <dgm:t>
        <a:bodyPr/>
        <a:lstStyle/>
        <a:p>
          <a:endParaRPr lang="en-US"/>
        </a:p>
      </dgm:t>
    </dgm:pt>
    <dgm:pt modelId="{3D19DF7E-649F-48E1-B4A7-EAC0BB81B816}" type="sibTrans" cxnId="{3E39AFA9-FB07-4C7F-A521-64C24DDD7A0E}">
      <dgm:prSet/>
      <dgm:spPr/>
      <dgm:t>
        <a:bodyPr/>
        <a:lstStyle/>
        <a:p>
          <a:endParaRPr lang="en-US"/>
        </a:p>
      </dgm:t>
    </dgm:pt>
    <dgm:pt modelId="{79D65AE2-6186-4E1C-9F8A-7132FAB6413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Communications link failure</a:t>
          </a:r>
        </a:p>
      </dgm:t>
    </dgm:pt>
    <dgm:pt modelId="{F41C6A1A-857C-44A5-9D09-30E3F48882B6}" type="parTrans" cxnId="{7827596E-D576-4B0D-BA0F-063EAEA66789}">
      <dgm:prSet/>
      <dgm:spPr/>
      <dgm:t>
        <a:bodyPr/>
        <a:lstStyle/>
        <a:p>
          <a:endParaRPr lang="en-US"/>
        </a:p>
      </dgm:t>
    </dgm:pt>
    <dgm:pt modelId="{01678663-AC48-4494-B47A-F15E7C6CF890}" type="sibTrans" cxnId="{7827596E-D576-4B0D-BA0F-063EAEA66789}">
      <dgm:prSet/>
      <dgm:spPr/>
      <dgm:t>
        <a:bodyPr/>
        <a:lstStyle/>
        <a:p>
          <a:endParaRPr lang="en-US"/>
        </a:p>
      </dgm:t>
    </dgm:pt>
    <dgm:pt modelId="{F41CAB37-1018-43F5-8F2B-B67E8B11BC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→ DB host/port/firewall</a:t>
          </a:r>
        </a:p>
      </dgm:t>
    </dgm:pt>
    <dgm:pt modelId="{3905F780-802D-4149-B13B-AE3FF4BF9623}" type="parTrans" cxnId="{54797835-C344-4088-83E8-BB8CF794907E}">
      <dgm:prSet/>
      <dgm:spPr/>
      <dgm:t>
        <a:bodyPr/>
        <a:lstStyle/>
        <a:p>
          <a:endParaRPr lang="en-US"/>
        </a:p>
      </dgm:t>
    </dgm:pt>
    <dgm:pt modelId="{303B178B-9779-42A5-B07B-7B83BBE2299E}" type="sibTrans" cxnId="{54797835-C344-4088-83E8-BB8CF794907E}">
      <dgm:prSet/>
      <dgm:spPr/>
      <dgm:t>
        <a:bodyPr/>
        <a:lstStyle/>
        <a:p>
          <a:endParaRPr lang="en-US"/>
        </a:p>
      </dgm:t>
    </dgm:pt>
    <dgm:pt modelId="{9DAD2B64-04D3-4ADC-BB78-8315BA32703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Timezone/SSL warnings</a:t>
          </a:r>
        </a:p>
      </dgm:t>
    </dgm:pt>
    <dgm:pt modelId="{8FBDCF97-BA87-4981-90A4-F4F85BBA9041}" type="parTrans" cxnId="{2A51C1F2-9952-499B-9E02-8D8CBF52FF7D}">
      <dgm:prSet/>
      <dgm:spPr/>
      <dgm:t>
        <a:bodyPr/>
        <a:lstStyle/>
        <a:p>
          <a:endParaRPr lang="en-US"/>
        </a:p>
      </dgm:t>
    </dgm:pt>
    <dgm:pt modelId="{BA55EF35-DB51-4A20-A55C-CEC73C43618E}" type="sibTrans" cxnId="{2A51C1F2-9952-499B-9E02-8D8CBF52FF7D}">
      <dgm:prSet/>
      <dgm:spPr/>
      <dgm:t>
        <a:bodyPr/>
        <a:lstStyle/>
        <a:p>
          <a:endParaRPr lang="en-US"/>
        </a:p>
      </dgm:t>
    </dgm:pt>
    <dgm:pt modelId="{9E9CED2B-2BFD-42A3-B254-4B57955F68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→ Add serverTimezone/SSL params</a:t>
          </a:r>
        </a:p>
      </dgm:t>
    </dgm:pt>
    <dgm:pt modelId="{5F28E556-3922-4B02-9834-50B9CDD31A7E}" type="parTrans" cxnId="{D937B251-E3CC-409D-9CD9-FB5347F9EA01}">
      <dgm:prSet/>
      <dgm:spPr/>
      <dgm:t>
        <a:bodyPr/>
        <a:lstStyle/>
        <a:p>
          <a:endParaRPr lang="en-US"/>
        </a:p>
      </dgm:t>
    </dgm:pt>
    <dgm:pt modelId="{4F88A62A-6172-49D8-8899-72A48B0432D8}" type="sibTrans" cxnId="{D937B251-E3CC-409D-9CD9-FB5347F9EA01}">
      <dgm:prSet/>
      <dgm:spPr/>
      <dgm:t>
        <a:bodyPr/>
        <a:lstStyle/>
        <a:p>
          <a:endParaRPr lang="en-US"/>
        </a:p>
      </dgm:t>
    </dgm:pt>
    <dgm:pt modelId="{1DD25007-5A47-405A-AF19-A965BF7AA7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Batch too large</a:t>
          </a:r>
        </a:p>
      </dgm:t>
    </dgm:pt>
    <dgm:pt modelId="{17D2F534-7BB0-423A-8EAC-6A48D21FBBBD}" type="parTrans" cxnId="{F6EF843B-23AA-4950-B346-5977E3014A58}">
      <dgm:prSet/>
      <dgm:spPr/>
      <dgm:t>
        <a:bodyPr/>
        <a:lstStyle/>
        <a:p>
          <a:endParaRPr lang="en-US"/>
        </a:p>
      </dgm:t>
    </dgm:pt>
    <dgm:pt modelId="{D8E905B8-8DCC-4F27-8D66-67C2ABBF6E6A}" type="sibTrans" cxnId="{F6EF843B-23AA-4950-B346-5977E3014A58}">
      <dgm:prSet/>
      <dgm:spPr/>
      <dgm:t>
        <a:bodyPr/>
        <a:lstStyle/>
        <a:p>
          <a:endParaRPr lang="en-US"/>
        </a:p>
      </dgm:t>
    </dgm:pt>
    <dgm:pt modelId="{1AEACD85-1262-4F44-8B13-AB9D6A2519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→ Reduce batch size / tune driver</a:t>
          </a:r>
        </a:p>
      </dgm:t>
    </dgm:pt>
    <dgm:pt modelId="{EA08AE6F-357C-4DA7-9F36-FD2D3C5770E3}" type="parTrans" cxnId="{4D2F411B-3603-4EEE-BDE4-AD8EE51ACD73}">
      <dgm:prSet/>
      <dgm:spPr/>
      <dgm:t>
        <a:bodyPr/>
        <a:lstStyle/>
        <a:p>
          <a:endParaRPr lang="en-US"/>
        </a:p>
      </dgm:t>
    </dgm:pt>
    <dgm:pt modelId="{41FA08AE-009D-4F86-B01F-078A5DEEB9EA}" type="sibTrans" cxnId="{4D2F411B-3603-4EEE-BDE4-AD8EE51ACD73}">
      <dgm:prSet/>
      <dgm:spPr/>
      <dgm:t>
        <a:bodyPr/>
        <a:lstStyle/>
        <a:p>
          <a:endParaRPr lang="en-US"/>
        </a:p>
      </dgm:t>
    </dgm:pt>
    <dgm:pt modelId="{251498D9-A50F-47B3-AB36-EBA62333579A}" type="pres">
      <dgm:prSet presAssocID="{857CED3A-EC18-4AD5-89E7-C579B8F66FFE}" presName="root" presStyleCnt="0">
        <dgm:presLayoutVars>
          <dgm:dir/>
          <dgm:resizeHandles val="exact"/>
        </dgm:presLayoutVars>
      </dgm:prSet>
      <dgm:spPr/>
    </dgm:pt>
    <dgm:pt modelId="{44301F97-7B7B-4B06-950A-A45BCDB0E267}" type="pres">
      <dgm:prSet presAssocID="{FE82EB30-24BA-4076-B9AF-EE559DDD9CEA}" presName="compNode" presStyleCnt="0"/>
      <dgm:spPr/>
    </dgm:pt>
    <dgm:pt modelId="{6D6964BB-7A6A-4F1F-BA75-62010CF02F6B}" type="pres">
      <dgm:prSet presAssocID="{FE82EB30-24BA-4076-B9AF-EE559DDD9CE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E73A6E6-261E-4366-BA92-54D6CAE5C2EC}" type="pres">
      <dgm:prSet presAssocID="{FE82EB30-24BA-4076-B9AF-EE559DDD9CEA}" presName="iconSpace" presStyleCnt="0"/>
      <dgm:spPr/>
    </dgm:pt>
    <dgm:pt modelId="{C9DF2138-DF87-4BCD-9A9D-C43CAB6AF7DB}" type="pres">
      <dgm:prSet presAssocID="{FE82EB30-24BA-4076-B9AF-EE559DDD9CEA}" presName="parTx" presStyleLbl="revTx" presStyleIdx="0" presStyleCnt="8">
        <dgm:presLayoutVars>
          <dgm:chMax val="0"/>
          <dgm:chPref val="0"/>
        </dgm:presLayoutVars>
      </dgm:prSet>
      <dgm:spPr/>
    </dgm:pt>
    <dgm:pt modelId="{AA718AD1-C56D-4835-BBF8-10A4FA79DB3E}" type="pres">
      <dgm:prSet presAssocID="{FE82EB30-24BA-4076-B9AF-EE559DDD9CEA}" presName="txSpace" presStyleCnt="0"/>
      <dgm:spPr/>
    </dgm:pt>
    <dgm:pt modelId="{07B14DD2-9FFA-4A04-8176-B555C44CBF80}" type="pres">
      <dgm:prSet presAssocID="{FE82EB30-24BA-4076-B9AF-EE559DDD9CEA}" presName="desTx" presStyleLbl="revTx" presStyleIdx="1" presStyleCnt="8">
        <dgm:presLayoutVars/>
      </dgm:prSet>
      <dgm:spPr/>
    </dgm:pt>
    <dgm:pt modelId="{BD5D61FB-29C1-4179-9693-48B7509A1C7E}" type="pres">
      <dgm:prSet presAssocID="{66707782-0EC5-4AFF-B522-FD8A272E4056}" presName="sibTrans" presStyleCnt="0"/>
      <dgm:spPr/>
    </dgm:pt>
    <dgm:pt modelId="{DFF6F32B-3BF2-49EB-B77B-035A6BBF2EE5}" type="pres">
      <dgm:prSet presAssocID="{79D65AE2-6186-4E1C-9F8A-7132FAB6413A}" presName="compNode" presStyleCnt="0"/>
      <dgm:spPr/>
    </dgm:pt>
    <dgm:pt modelId="{9C191DB9-A3C4-458A-B741-7C925A59D9BC}" type="pres">
      <dgm:prSet presAssocID="{79D65AE2-6186-4E1C-9F8A-7132FAB6413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CF5D017-B2E6-48A2-B6B1-ED8A783E09A6}" type="pres">
      <dgm:prSet presAssocID="{79D65AE2-6186-4E1C-9F8A-7132FAB6413A}" presName="iconSpace" presStyleCnt="0"/>
      <dgm:spPr/>
    </dgm:pt>
    <dgm:pt modelId="{8ED1F99F-BEE1-4BFB-BB63-BE74A0BCD2E4}" type="pres">
      <dgm:prSet presAssocID="{79D65AE2-6186-4E1C-9F8A-7132FAB6413A}" presName="parTx" presStyleLbl="revTx" presStyleIdx="2" presStyleCnt="8">
        <dgm:presLayoutVars>
          <dgm:chMax val="0"/>
          <dgm:chPref val="0"/>
        </dgm:presLayoutVars>
      </dgm:prSet>
      <dgm:spPr/>
    </dgm:pt>
    <dgm:pt modelId="{CC6930AB-F566-4CD9-A8CD-8B41F3740C0F}" type="pres">
      <dgm:prSet presAssocID="{79D65AE2-6186-4E1C-9F8A-7132FAB6413A}" presName="txSpace" presStyleCnt="0"/>
      <dgm:spPr/>
    </dgm:pt>
    <dgm:pt modelId="{A8305940-921A-43C9-9C1D-862F4257FFBB}" type="pres">
      <dgm:prSet presAssocID="{79D65AE2-6186-4E1C-9F8A-7132FAB6413A}" presName="desTx" presStyleLbl="revTx" presStyleIdx="3" presStyleCnt="8">
        <dgm:presLayoutVars/>
      </dgm:prSet>
      <dgm:spPr/>
    </dgm:pt>
    <dgm:pt modelId="{74C1407E-9A39-4B2F-93F2-946DC90CE1E3}" type="pres">
      <dgm:prSet presAssocID="{01678663-AC48-4494-B47A-F15E7C6CF890}" presName="sibTrans" presStyleCnt="0"/>
      <dgm:spPr/>
    </dgm:pt>
    <dgm:pt modelId="{BFFCEEA6-1306-4564-88CE-74872B4503A3}" type="pres">
      <dgm:prSet presAssocID="{9DAD2B64-04D3-4ADC-BB78-8315BA327039}" presName="compNode" presStyleCnt="0"/>
      <dgm:spPr/>
    </dgm:pt>
    <dgm:pt modelId="{DD809CC6-3CC1-4F09-9C7A-225A455DD51A}" type="pres">
      <dgm:prSet presAssocID="{9DAD2B64-04D3-4ADC-BB78-8315BA32703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3276CCF7-52A8-4C00-A4FC-0AB35007BD6D}" type="pres">
      <dgm:prSet presAssocID="{9DAD2B64-04D3-4ADC-BB78-8315BA327039}" presName="iconSpace" presStyleCnt="0"/>
      <dgm:spPr/>
    </dgm:pt>
    <dgm:pt modelId="{818AFC30-621A-4208-95EE-0DC084B40840}" type="pres">
      <dgm:prSet presAssocID="{9DAD2B64-04D3-4ADC-BB78-8315BA327039}" presName="parTx" presStyleLbl="revTx" presStyleIdx="4" presStyleCnt="8">
        <dgm:presLayoutVars>
          <dgm:chMax val="0"/>
          <dgm:chPref val="0"/>
        </dgm:presLayoutVars>
      </dgm:prSet>
      <dgm:spPr/>
    </dgm:pt>
    <dgm:pt modelId="{E6D00D97-CE3D-400D-AF5F-99B35A71977F}" type="pres">
      <dgm:prSet presAssocID="{9DAD2B64-04D3-4ADC-BB78-8315BA327039}" presName="txSpace" presStyleCnt="0"/>
      <dgm:spPr/>
    </dgm:pt>
    <dgm:pt modelId="{082DA545-6991-4E11-996E-AD8047765D92}" type="pres">
      <dgm:prSet presAssocID="{9DAD2B64-04D3-4ADC-BB78-8315BA327039}" presName="desTx" presStyleLbl="revTx" presStyleIdx="5" presStyleCnt="8">
        <dgm:presLayoutVars/>
      </dgm:prSet>
      <dgm:spPr/>
    </dgm:pt>
    <dgm:pt modelId="{F1CF4CAC-32BA-40A6-BA61-123B89C2EA2B}" type="pres">
      <dgm:prSet presAssocID="{BA55EF35-DB51-4A20-A55C-CEC73C43618E}" presName="sibTrans" presStyleCnt="0"/>
      <dgm:spPr/>
    </dgm:pt>
    <dgm:pt modelId="{40FBC5EA-03A3-431A-A366-842AFB8BD284}" type="pres">
      <dgm:prSet presAssocID="{1DD25007-5A47-405A-AF19-A965BF7AA79C}" presName="compNode" presStyleCnt="0"/>
      <dgm:spPr/>
    </dgm:pt>
    <dgm:pt modelId="{7FE7FD7A-0F00-4E71-8256-4353DC9CF377}" type="pres">
      <dgm:prSet presAssocID="{1DD25007-5A47-405A-AF19-A965BF7AA7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2D02384-58BE-4779-B6E2-4F5A25E60D45}" type="pres">
      <dgm:prSet presAssocID="{1DD25007-5A47-405A-AF19-A965BF7AA79C}" presName="iconSpace" presStyleCnt="0"/>
      <dgm:spPr/>
    </dgm:pt>
    <dgm:pt modelId="{FC2DD447-57FB-4183-B099-DD4051E7DAFC}" type="pres">
      <dgm:prSet presAssocID="{1DD25007-5A47-405A-AF19-A965BF7AA79C}" presName="parTx" presStyleLbl="revTx" presStyleIdx="6" presStyleCnt="8">
        <dgm:presLayoutVars>
          <dgm:chMax val="0"/>
          <dgm:chPref val="0"/>
        </dgm:presLayoutVars>
      </dgm:prSet>
      <dgm:spPr/>
    </dgm:pt>
    <dgm:pt modelId="{1F47EBDA-DB77-48D5-B2A7-BC9F676B4667}" type="pres">
      <dgm:prSet presAssocID="{1DD25007-5A47-405A-AF19-A965BF7AA79C}" presName="txSpace" presStyleCnt="0"/>
      <dgm:spPr/>
    </dgm:pt>
    <dgm:pt modelId="{BBF77306-8B5F-4A01-B719-2AAD86E0F968}" type="pres">
      <dgm:prSet presAssocID="{1DD25007-5A47-405A-AF19-A965BF7AA79C}" presName="desTx" presStyleLbl="revTx" presStyleIdx="7" presStyleCnt="8">
        <dgm:presLayoutVars/>
      </dgm:prSet>
      <dgm:spPr/>
    </dgm:pt>
  </dgm:ptLst>
  <dgm:cxnLst>
    <dgm:cxn modelId="{6060050A-FA0C-4E81-A823-6E52D4BB488C}" type="presOf" srcId="{F41CAB37-1018-43F5-8F2B-B67E8B11BC79}" destId="{A8305940-921A-43C9-9C1D-862F4257FFBB}" srcOrd="0" destOrd="0" presId="urn:microsoft.com/office/officeart/2018/5/layout/CenteredIconLabelDescriptionList"/>
    <dgm:cxn modelId="{4D2F411B-3603-4EEE-BDE4-AD8EE51ACD73}" srcId="{1DD25007-5A47-405A-AF19-A965BF7AA79C}" destId="{1AEACD85-1262-4F44-8B13-AB9D6A2519C4}" srcOrd="0" destOrd="0" parTransId="{EA08AE6F-357C-4DA7-9F36-FD2D3C5770E3}" sibTransId="{41FA08AE-009D-4F86-B01F-078A5DEEB9EA}"/>
    <dgm:cxn modelId="{54797835-C344-4088-83E8-BB8CF794907E}" srcId="{79D65AE2-6186-4E1C-9F8A-7132FAB6413A}" destId="{F41CAB37-1018-43F5-8F2B-B67E8B11BC79}" srcOrd="0" destOrd="0" parTransId="{3905F780-802D-4149-B13B-AE3FF4BF9623}" sibTransId="{303B178B-9779-42A5-B07B-7B83BBE2299E}"/>
    <dgm:cxn modelId="{F6EF843B-23AA-4950-B346-5977E3014A58}" srcId="{857CED3A-EC18-4AD5-89E7-C579B8F66FFE}" destId="{1DD25007-5A47-405A-AF19-A965BF7AA79C}" srcOrd="3" destOrd="0" parTransId="{17D2F534-7BB0-423A-8EAC-6A48D21FBBBD}" sibTransId="{D8E905B8-8DCC-4F27-8D66-67C2ABBF6E6A}"/>
    <dgm:cxn modelId="{48035847-783E-41C8-980A-09ECDDE8779A}" type="presOf" srcId="{1AEACD85-1262-4F44-8B13-AB9D6A2519C4}" destId="{BBF77306-8B5F-4A01-B719-2AAD86E0F968}" srcOrd="0" destOrd="0" presId="urn:microsoft.com/office/officeart/2018/5/layout/CenteredIconLabelDescriptionList"/>
    <dgm:cxn modelId="{7827596E-D576-4B0D-BA0F-063EAEA66789}" srcId="{857CED3A-EC18-4AD5-89E7-C579B8F66FFE}" destId="{79D65AE2-6186-4E1C-9F8A-7132FAB6413A}" srcOrd="1" destOrd="0" parTransId="{F41C6A1A-857C-44A5-9D09-30E3F48882B6}" sibTransId="{01678663-AC48-4494-B47A-F15E7C6CF890}"/>
    <dgm:cxn modelId="{D937B251-E3CC-409D-9CD9-FB5347F9EA01}" srcId="{9DAD2B64-04D3-4ADC-BB78-8315BA327039}" destId="{9E9CED2B-2BFD-42A3-B254-4B57955F6871}" srcOrd="0" destOrd="0" parTransId="{5F28E556-3922-4B02-9834-50B9CDD31A7E}" sibTransId="{4F88A62A-6172-49D8-8899-72A48B0432D8}"/>
    <dgm:cxn modelId="{767B2B7C-84EE-4205-82B3-B0FD573DD98D}" type="presOf" srcId="{857CED3A-EC18-4AD5-89E7-C579B8F66FFE}" destId="{251498D9-A50F-47B3-AB36-EBA62333579A}" srcOrd="0" destOrd="0" presId="urn:microsoft.com/office/officeart/2018/5/layout/CenteredIconLabelDescriptionList"/>
    <dgm:cxn modelId="{2717E67D-3014-47CC-AB25-F5FA579EC2EE}" type="presOf" srcId="{9C1B6705-14B7-4222-8ADA-ABA1C27FAFA8}" destId="{07B14DD2-9FFA-4A04-8176-B555C44CBF80}" srcOrd="0" destOrd="0" presId="urn:microsoft.com/office/officeart/2018/5/layout/CenteredIconLabelDescriptionList"/>
    <dgm:cxn modelId="{6D0EF381-D7D0-4A46-A326-7F5B6CEDA3DA}" type="presOf" srcId="{FE82EB30-24BA-4076-B9AF-EE559DDD9CEA}" destId="{C9DF2138-DF87-4BCD-9A9D-C43CAB6AF7DB}" srcOrd="0" destOrd="0" presId="urn:microsoft.com/office/officeart/2018/5/layout/CenteredIconLabelDescriptionList"/>
    <dgm:cxn modelId="{3E39AFA9-FB07-4C7F-A521-64C24DDD7A0E}" srcId="{FE82EB30-24BA-4076-B9AF-EE559DDD9CEA}" destId="{9C1B6705-14B7-4222-8ADA-ABA1C27FAFA8}" srcOrd="0" destOrd="0" parTransId="{A5D2C364-820B-46EA-96A3-5317FA68070B}" sibTransId="{3D19DF7E-649F-48E1-B4A7-EAC0BB81B816}"/>
    <dgm:cxn modelId="{8A1844AE-6171-4C00-8070-935C7CCE1E37}" type="presOf" srcId="{9DAD2B64-04D3-4ADC-BB78-8315BA327039}" destId="{818AFC30-621A-4208-95EE-0DC084B40840}" srcOrd="0" destOrd="0" presId="urn:microsoft.com/office/officeart/2018/5/layout/CenteredIconLabelDescriptionList"/>
    <dgm:cxn modelId="{E5582BBC-B998-4833-90E0-F94F989C6551}" type="presOf" srcId="{9E9CED2B-2BFD-42A3-B254-4B57955F6871}" destId="{082DA545-6991-4E11-996E-AD8047765D92}" srcOrd="0" destOrd="0" presId="urn:microsoft.com/office/officeart/2018/5/layout/CenteredIconLabelDescriptionList"/>
    <dgm:cxn modelId="{75ACACE3-37BA-4F65-B506-29C0FCE918C6}" type="presOf" srcId="{79D65AE2-6186-4E1C-9F8A-7132FAB6413A}" destId="{8ED1F99F-BEE1-4BFB-BB63-BE74A0BCD2E4}" srcOrd="0" destOrd="0" presId="urn:microsoft.com/office/officeart/2018/5/layout/CenteredIconLabelDescriptionList"/>
    <dgm:cxn modelId="{B762A4F0-C33A-4050-9DC6-BA000AFF7DF1}" srcId="{857CED3A-EC18-4AD5-89E7-C579B8F66FFE}" destId="{FE82EB30-24BA-4076-B9AF-EE559DDD9CEA}" srcOrd="0" destOrd="0" parTransId="{B5F41B04-DBAB-49B1-AD43-5071F0B81342}" sibTransId="{66707782-0EC5-4AFF-B522-FD8A272E4056}"/>
    <dgm:cxn modelId="{2A51C1F2-9952-499B-9E02-8D8CBF52FF7D}" srcId="{857CED3A-EC18-4AD5-89E7-C579B8F66FFE}" destId="{9DAD2B64-04D3-4ADC-BB78-8315BA327039}" srcOrd="2" destOrd="0" parTransId="{8FBDCF97-BA87-4981-90A4-F4F85BBA9041}" sibTransId="{BA55EF35-DB51-4A20-A55C-CEC73C43618E}"/>
    <dgm:cxn modelId="{3FC05DF7-6A2A-4553-825E-3C93E2DA8CF4}" type="presOf" srcId="{1DD25007-5A47-405A-AF19-A965BF7AA79C}" destId="{FC2DD447-57FB-4183-B099-DD4051E7DAFC}" srcOrd="0" destOrd="0" presId="urn:microsoft.com/office/officeart/2018/5/layout/CenteredIconLabelDescriptionList"/>
    <dgm:cxn modelId="{2D29A42A-182F-426A-B2F9-A3F209E73D96}" type="presParOf" srcId="{251498D9-A50F-47B3-AB36-EBA62333579A}" destId="{44301F97-7B7B-4B06-950A-A45BCDB0E267}" srcOrd="0" destOrd="0" presId="urn:microsoft.com/office/officeart/2018/5/layout/CenteredIconLabelDescriptionList"/>
    <dgm:cxn modelId="{AACEB4E7-CFBC-45B1-8F7F-56F6520FD826}" type="presParOf" srcId="{44301F97-7B7B-4B06-950A-A45BCDB0E267}" destId="{6D6964BB-7A6A-4F1F-BA75-62010CF02F6B}" srcOrd="0" destOrd="0" presId="urn:microsoft.com/office/officeart/2018/5/layout/CenteredIconLabelDescriptionList"/>
    <dgm:cxn modelId="{B9DA8720-7E8B-419B-A3B7-6633523CBD76}" type="presParOf" srcId="{44301F97-7B7B-4B06-950A-A45BCDB0E267}" destId="{2E73A6E6-261E-4366-BA92-54D6CAE5C2EC}" srcOrd="1" destOrd="0" presId="urn:microsoft.com/office/officeart/2018/5/layout/CenteredIconLabelDescriptionList"/>
    <dgm:cxn modelId="{15FC730C-ECDB-4062-A2F4-CB2EA9BD8885}" type="presParOf" srcId="{44301F97-7B7B-4B06-950A-A45BCDB0E267}" destId="{C9DF2138-DF87-4BCD-9A9D-C43CAB6AF7DB}" srcOrd="2" destOrd="0" presId="urn:microsoft.com/office/officeart/2018/5/layout/CenteredIconLabelDescriptionList"/>
    <dgm:cxn modelId="{C9EC5AF8-BD22-4903-9819-2FC539CF1EF1}" type="presParOf" srcId="{44301F97-7B7B-4B06-950A-A45BCDB0E267}" destId="{AA718AD1-C56D-4835-BBF8-10A4FA79DB3E}" srcOrd="3" destOrd="0" presId="urn:microsoft.com/office/officeart/2018/5/layout/CenteredIconLabelDescriptionList"/>
    <dgm:cxn modelId="{18353712-922B-424C-8E6D-2AA706DCC1D4}" type="presParOf" srcId="{44301F97-7B7B-4B06-950A-A45BCDB0E267}" destId="{07B14DD2-9FFA-4A04-8176-B555C44CBF80}" srcOrd="4" destOrd="0" presId="urn:microsoft.com/office/officeart/2018/5/layout/CenteredIconLabelDescriptionList"/>
    <dgm:cxn modelId="{5F5AD6C8-B694-418E-916F-D7373406ABEA}" type="presParOf" srcId="{251498D9-A50F-47B3-AB36-EBA62333579A}" destId="{BD5D61FB-29C1-4179-9693-48B7509A1C7E}" srcOrd="1" destOrd="0" presId="urn:microsoft.com/office/officeart/2018/5/layout/CenteredIconLabelDescriptionList"/>
    <dgm:cxn modelId="{3ABC6827-18A8-4D6F-B1D0-CE90E1B5EDBD}" type="presParOf" srcId="{251498D9-A50F-47B3-AB36-EBA62333579A}" destId="{DFF6F32B-3BF2-49EB-B77B-035A6BBF2EE5}" srcOrd="2" destOrd="0" presId="urn:microsoft.com/office/officeart/2018/5/layout/CenteredIconLabelDescriptionList"/>
    <dgm:cxn modelId="{E6B6DE80-DE8D-41E6-8C66-862646BA319B}" type="presParOf" srcId="{DFF6F32B-3BF2-49EB-B77B-035A6BBF2EE5}" destId="{9C191DB9-A3C4-458A-B741-7C925A59D9BC}" srcOrd="0" destOrd="0" presId="urn:microsoft.com/office/officeart/2018/5/layout/CenteredIconLabelDescriptionList"/>
    <dgm:cxn modelId="{885EDDDE-72AD-49C0-B95A-0332EB13B1A3}" type="presParOf" srcId="{DFF6F32B-3BF2-49EB-B77B-035A6BBF2EE5}" destId="{ACF5D017-B2E6-48A2-B6B1-ED8A783E09A6}" srcOrd="1" destOrd="0" presId="urn:microsoft.com/office/officeart/2018/5/layout/CenteredIconLabelDescriptionList"/>
    <dgm:cxn modelId="{47F9FD0A-4C17-43F8-840E-0E11FEC3E09D}" type="presParOf" srcId="{DFF6F32B-3BF2-49EB-B77B-035A6BBF2EE5}" destId="{8ED1F99F-BEE1-4BFB-BB63-BE74A0BCD2E4}" srcOrd="2" destOrd="0" presId="urn:microsoft.com/office/officeart/2018/5/layout/CenteredIconLabelDescriptionList"/>
    <dgm:cxn modelId="{F4B0EB17-8C0E-40E4-BBBC-9ABBC7816F5E}" type="presParOf" srcId="{DFF6F32B-3BF2-49EB-B77B-035A6BBF2EE5}" destId="{CC6930AB-F566-4CD9-A8CD-8B41F3740C0F}" srcOrd="3" destOrd="0" presId="urn:microsoft.com/office/officeart/2018/5/layout/CenteredIconLabelDescriptionList"/>
    <dgm:cxn modelId="{693A3DFC-8E2F-4245-847B-AA0075D97180}" type="presParOf" srcId="{DFF6F32B-3BF2-49EB-B77B-035A6BBF2EE5}" destId="{A8305940-921A-43C9-9C1D-862F4257FFBB}" srcOrd="4" destOrd="0" presId="urn:microsoft.com/office/officeart/2018/5/layout/CenteredIconLabelDescriptionList"/>
    <dgm:cxn modelId="{15C3F721-5BB0-4FCF-A6B0-682AC50AC27F}" type="presParOf" srcId="{251498D9-A50F-47B3-AB36-EBA62333579A}" destId="{74C1407E-9A39-4B2F-93F2-946DC90CE1E3}" srcOrd="3" destOrd="0" presId="urn:microsoft.com/office/officeart/2018/5/layout/CenteredIconLabelDescriptionList"/>
    <dgm:cxn modelId="{8058731D-5832-4E56-8435-4732BF27CC29}" type="presParOf" srcId="{251498D9-A50F-47B3-AB36-EBA62333579A}" destId="{BFFCEEA6-1306-4564-88CE-74872B4503A3}" srcOrd="4" destOrd="0" presId="urn:microsoft.com/office/officeart/2018/5/layout/CenteredIconLabelDescriptionList"/>
    <dgm:cxn modelId="{D5EFF7CA-70A0-450B-A08B-639C7BC58017}" type="presParOf" srcId="{BFFCEEA6-1306-4564-88CE-74872B4503A3}" destId="{DD809CC6-3CC1-4F09-9C7A-225A455DD51A}" srcOrd="0" destOrd="0" presId="urn:microsoft.com/office/officeart/2018/5/layout/CenteredIconLabelDescriptionList"/>
    <dgm:cxn modelId="{D17A3ABA-3FAC-4E97-9AC7-110E119F83E0}" type="presParOf" srcId="{BFFCEEA6-1306-4564-88CE-74872B4503A3}" destId="{3276CCF7-52A8-4C00-A4FC-0AB35007BD6D}" srcOrd="1" destOrd="0" presId="urn:microsoft.com/office/officeart/2018/5/layout/CenteredIconLabelDescriptionList"/>
    <dgm:cxn modelId="{48CDB46B-61B0-4CD7-9E8D-D5A5A2F40667}" type="presParOf" srcId="{BFFCEEA6-1306-4564-88CE-74872B4503A3}" destId="{818AFC30-621A-4208-95EE-0DC084B40840}" srcOrd="2" destOrd="0" presId="urn:microsoft.com/office/officeart/2018/5/layout/CenteredIconLabelDescriptionList"/>
    <dgm:cxn modelId="{1D72DB92-02C0-4E61-8076-75EC1B3F1E11}" type="presParOf" srcId="{BFFCEEA6-1306-4564-88CE-74872B4503A3}" destId="{E6D00D97-CE3D-400D-AF5F-99B35A71977F}" srcOrd="3" destOrd="0" presId="urn:microsoft.com/office/officeart/2018/5/layout/CenteredIconLabelDescriptionList"/>
    <dgm:cxn modelId="{5A279DED-77CD-4312-96F9-AE03982769AA}" type="presParOf" srcId="{BFFCEEA6-1306-4564-88CE-74872B4503A3}" destId="{082DA545-6991-4E11-996E-AD8047765D92}" srcOrd="4" destOrd="0" presId="urn:microsoft.com/office/officeart/2018/5/layout/CenteredIconLabelDescriptionList"/>
    <dgm:cxn modelId="{5309BC15-002E-4909-82BF-EF8B1776E630}" type="presParOf" srcId="{251498D9-A50F-47B3-AB36-EBA62333579A}" destId="{F1CF4CAC-32BA-40A6-BA61-123B89C2EA2B}" srcOrd="5" destOrd="0" presId="urn:microsoft.com/office/officeart/2018/5/layout/CenteredIconLabelDescriptionList"/>
    <dgm:cxn modelId="{ABE609A2-DDAE-413A-97B6-1029C441C604}" type="presParOf" srcId="{251498D9-A50F-47B3-AB36-EBA62333579A}" destId="{40FBC5EA-03A3-431A-A366-842AFB8BD284}" srcOrd="6" destOrd="0" presId="urn:microsoft.com/office/officeart/2018/5/layout/CenteredIconLabelDescriptionList"/>
    <dgm:cxn modelId="{C7871577-3790-4DDB-99FD-2585F137137D}" type="presParOf" srcId="{40FBC5EA-03A3-431A-A366-842AFB8BD284}" destId="{7FE7FD7A-0F00-4E71-8256-4353DC9CF377}" srcOrd="0" destOrd="0" presId="urn:microsoft.com/office/officeart/2018/5/layout/CenteredIconLabelDescriptionList"/>
    <dgm:cxn modelId="{553308CE-65F7-40BB-BA16-9426087E3551}" type="presParOf" srcId="{40FBC5EA-03A3-431A-A366-842AFB8BD284}" destId="{62D02384-58BE-4779-B6E2-4F5A25E60D45}" srcOrd="1" destOrd="0" presId="urn:microsoft.com/office/officeart/2018/5/layout/CenteredIconLabelDescriptionList"/>
    <dgm:cxn modelId="{0A5CE42D-DF77-44A2-8B43-ADC134E186AD}" type="presParOf" srcId="{40FBC5EA-03A3-431A-A366-842AFB8BD284}" destId="{FC2DD447-57FB-4183-B099-DD4051E7DAFC}" srcOrd="2" destOrd="0" presId="urn:microsoft.com/office/officeart/2018/5/layout/CenteredIconLabelDescriptionList"/>
    <dgm:cxn modelId="{9DEFB248-78F5-4CE5-83DE-B458A59CED5C}" type="presParOf" srcId="{40FBC5EA-03A3-431A-A366-842AFB8BD284}" destId="{1F47EBDA-DB77-48D5-B2A7-BC9F676B4667}" srcOrd="3" destOrd="0" presId="urn:microsoft.com/office/officeart/2018/5/layout/CenteredIconLabelDescriptionList"/>
    <dgm:cxn modelId="{C140FA1B-8AE8-4D20-BA5F-7BFCFE7AD08B}" type="presParOf" srcId="{40FBC5EA-03A3-431A-A366-842AFB8BD284}" destId="{BBF77306-8B5F-4A01-B719-2AAD86E0F96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242A660-FCC7-4D55-A1DF-57B76E1A437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315655-9F70-44D2-950D-47C3D79458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JDBC: full SQL control, small modules, batch jobs</a:t>
          </a:r>
        </a:p>
      </dgm:t>
    </dgm:pt>
    <dgm:pt modelId="{E3B98608-8E86-41DD-BED4-69495ABD3A76}" type="parTrans" cxnId="{89FCB685-96BC-4F93-88FC-0F3075FA0212}">
      <dgm:prSet/>
      <dgm:spPr/>
      <dgm:t>
        <a:bodyPr/>
        <a:lstStyle/>
        <a:p>
          <a:endParaRPr lang="en-US"/>
        </a:p>
      </dgm:t>
    </dgm:pt>
    <dgm:pt modelId="{52694AF0-F98C-4797-B040-DA893267E825}" type="sibTrans" cxnId="{89FCB685-96BC-4F93-88FC-0F3075FA0212}">
      <dgm:prSet/>
      <dgm:spPr/>
      <dgm:t>
        <a:bodyPr/>
        <a:lstStyle/>
        <a:p>
          <a:endParaRPr lang="en-US"/>
        </a:p>
      </dgm:t>
    </dgm:pt>
    <dgm:pt modelId="{AE2F6719-1A5B-413B-87D2-A839C4AEA5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ORM (Hibernate/JPA): faster dev for complex domains</a:t>
          </a:r>
        </a:p>
      </dgm:t>
    </dgm:pt>
    <dgm:pt modelId="{6ECC79B2-F379-4F0A-AA99-F5FD36BE70E5}" type="parTrans" cxnId="{E2DF0553-4573-471E-915C-E8F6D56F22D8}">
      <dgm:prSet/>
      <dgm:spPr/>
      <dgm:t>
        <a:bodyPr/>
        <a:lstStyle/>
        <a:p>
          <a:endParaRPr lang="en-US"/>
        </a:p>
      </dgm:t>
    </dgm:pt>
    <dgm:pt modelId="{CE0E255B-18A2-4EA6-A021-A6957C9952B4}" type="sibTrans" cxnId="{E2DF0553-4573-471E-915C-E8F6D56F22D8}">
      <dgm:prSet/>
      <dgm:spPr/>
      <dgm:t>
        <a:bodyPr/>
        <a:lstStyle/>
        <a:p>
          <a:endParaRPr lang="en-US"/>
        </a:p>
      </dgm:t>
    </dgm:pt>
    <dgm:pt modelId="{55FFFDD1-99BD-4D57-8F73-8142002EFC8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Hybrid: ORM + tuned JDBC for hot paths</a:t>
          </a:r>
        </a:p>
      </dgm:t>
    </dgm:pt>
    <dgm:pt modelId="{237281B2-6473-4B85-B2D6-18EF15EF4C25}" type="parTrans" cxnId="{A6323B41-8D67-4F98-A6B7-91688D62AFFD}">
      <dgm:prSet/>
      <dgm:spPr/>
      <dgm:t>
        <a:bodyPr/>
        <a:lstStyle/>
        <a:p>
          <a:endParaRPr lang="en-US"/>
        </a:p>
      </dgm:t>
    </dgm:pt>
    <dgm:pt modelId="{03F7F07A-1D26-4827-969A-17383C5268FE}" type="sibTrans" cxnId="{A6323B41-8D67-4F98-A6B7-91688D62AFFD}">
      <dgm:prSet/>
      <dgm:spPr/>
      <dgm:t>
        <a:bodyPr/>
        <a:lstStyle/>
        <a:p>
          <a:endParaRPr lang="en-US"/>
        </a:p>
      </dgm:t>
    </dgm:pt>
    <dgm:pt modelId="{96CDB103-D9DD-4CEB-9765-87C1F19D0E55}" type="pres">
      <dgm:prSet presAssocID="{3242A660-FCC7-4D55-A1DF-57B76E1A4375}" presName="root" presStyleCnt="0">
        <dgm:presLayoutVars>
          <dgm:dir/>
          <dgm:resizeHandles val="exact"/>
        </dgm:presLayoutVars>
      </dgm:prSet>
      <dgm:spPr/>
    </dgm:pt>
    <dgm:pt modelId="{EDA3F9DB-DCCF-4932-9165-B2B915F93BA7}" type="pres">
      <dgm:prSet presAssocID="{F6315655-9F70-44D2-950D-47C3D7945859}" presName="compNode" presStyleCnt="0"/>
      <dgm:spPr/>
    </dgm:pt>
    <dgm:pt modelId="{02DF81C6-8ED4-4361-8058-F9145CA3F428}" type="pres">
      <dgm:prSet presAssocID="{F6315655-9F70-44D2-950D-47C3D7945859}" presName="bgRect" presStyleLbl="bgShp" presStyleIdx="0" presStyleCnt="3"/>
      <dgm:spPr/>
    </dgm:pt>
    <dgm:pt modelId="{45E2131F-1F32-439D-AF6F-C87FCE88BDEB}" type="pres">
      <dgm:prSet presAssocID="{F6315655-9F70-44D2-950D-47C3D79458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EE88B35-191F-408A-A313-55638C445440}" type="pres">
      <dgm:prSet presAssocID="{F6315655-9F70-44D2-950D-47C3D7945859}" presName="spaceRect" presStyleCnt="0"/>
      <dgm:spPr/>
    </dgm:pt>
    <dgm:pt modelId="{C5D7433D-9533-43A7-84AD-5586F15C5FC3}" type="pres">
      <dgm:prSet presAssocID="{F6315655-9F70-44D2-950D-47C3D7945859}" presName="parTx" presStyleLbl="revTx" presStyleIdx="0" presStyleCnt="3">
        <dgm:presLayoutVars>
          <dgm:chMax val="0"/>
          <dgm:chPref val="0"/>
        </dgm:presLayoutVars>
      </dgm:prSet>
      <dgm:spPr/>
    </dgm:pt>
    <dgm:pt modelId="{EA128699-2CA4-4E9B-AA84-B58F357E38B4}" type="pres">
      <dgm:prSet presAssocID="{52694AF0-F98C-4797-B040-DA893267E825}" presName="sibTrans" presStyleCnt="0"/>
      <dgm:spPr/>
    </dgm:pt>
    <dgm:pt modelId="{650F9DBE-0438-45BF-ABC7-C6C55D096B1F}" type="pres">
      <dgm:prSet presAssocID="{AE2F6719-1A5B-413B-87D2-A839C4AEA5A2}" presName="compNode" presStyleCnt="0"/>
      <dgm:spPr/>
    </dgm:pt>
    <dgm:pt modelId="{0C511409-DE47-4A6D-9E2F-91ACD369D7B3}" type="pres">
      <dgm:prSet presAssocID="{AE2F6719-1A5B-413B-87D2-A839C4AEA5A2}" presName="bgRect" presStyleLbl="bgShp" presStyleIdx="1" presStyleCnt="3"/>
      <dgm:spPr/>
    </dgm:pt>
    <dgm:pt modelId="{2FC68DB9-45DA-4BAC-824B-32A63D7099B2}" type="pres">
      <dgm:prSet presAssocID="{AE2F6719-1A5B-413B-87D2-A839C4AEA5A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9D4D453-8D93-42F7-907D-6BFCDEAA8651}" type="pres">
      <dgm:prSet presAssocID="{AE2F6719-1A5B-413B-87D2-A839C4AEA5A2}" presName="spaceRect" presStyleCnt="0"/>
      <dgm:spPr/>
    </dgm:pt>
    <dgm:pt modelId="{2517B259-782F-4AD5-B573-032747C3CC6F}" type="pres">
      <dgm:prSet presAssocID="{AE2F6719-1A5B-413B-87D2-A839C4AEA5A2}" presName="parTx" presStyleLbl="revTx" presStyleIdx="1" presStyleCnt="3">
        <dgm:presLayoutVars>
          <dgm:chMax val="0"/>
          <dgm:chPref val="0"/>
        </dgm:presLayoutVars>
      </dgm:prSet>
      <dgm:spPr/>
    </dgm:pt>
    <dgm:pt modelId="{7DC0F0A4-CA44-40F4-B727-E7B525D08634}" type="pres">
      <dgm:prSet presAssocID="{CE0E255B-18A2-4EA6-A021-A6957C9952B4}" presName="sibTrans" presStyleCnt="0"/>
      <dgm:spPr/>
    </dgm:pt>
    <dgm:pt modelId="{EE521A49-5CBA-42F8-86CC-AD2C24E2A7CB}" type="pres">
      <dgm:prSet presAssocID="{55FFFDD1-99BD-4D57-8F73-8142002EFC87}" presName="compNode" presStyleCnt="0"/>
      <dgm:spPr/>
    </dgm:pt>
    <dgm:pt modelId="{B9C6DA39-AC63-4829-B456-4AA07DA6FBEA}" type="pres">
      <dgm:prSet presAssocID="{55FFFDD1-99BD-4D57-8F73-8142002EFC87}" presName="bgRect" presStyleLbl="bgShp" presStyleIdx="2" presStyleCnt="3"/>
      <dgm:spPr/>
    </dgm:pt>
    <dgm:pt modelId="{47B1454F-A270-4F33-8B9D-51F67AD75D0F}" type="pres">
      <dgm:prSet presAssocID="{55FFFDD1-99BD-4D57-8F73-8142002EFC8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8C56B4E9-3907-4922-836A-07C3385F97F4}" type="pres">
      <dgm:prSet presAssocID="{55FFFDD1-99BD-4D57-8F73-8142002EFC87}" presName="spaceRect" presStyleCnt="0"/>
      <dgm:spPr/>
    </dgm:pt>
    <dgm:pt modelId="{51894977-9077-4704-9CF5-2718D8F69EF0}" type="pres">
      <dgm:prSet presAssocID="{55FFFDD1-99BD-4D57-8F73-8142002EFC8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FADF136-1861-4DCB-A72D-EE2EC42A6EF8}" type="presOf" srcId="{AE2F6719-1A5B-413B-87D2-A839C4AEA5A2}" destId="{2517B259-782F-4AD5-B573-032747C3CC6F}" srcOrd="0" destOrd="0" presId="urn:microsoft.com/office/officeart/2018/2/layout/IconVerticalSolidList"/>
    <dgm:cxn modelId="{A6323B41-8D67-4F98-A6B7-91688D62AFFD}" srcId="{3242A660-FCC7-4D55-A1DF-57B76E1A4375}" destId="{55FFFDD1-99BD-4D57-8F73-8142002EFC87}" srcOrd="2" destOrd="0" parTransId="{237281B2-6473-4B85-B2D6-18EF15EF4C25}" sibTransId="{03F7F07A-1D26-4827-969A-17383C5268FE}"/>
    <dgm:cxn modelId="{E2DF0553-4573-471E-915C-E8F6D56F22D8}" srcId="{3242A660-FCC7-4D55-A1DF-57B76E1A4375}" destId="{AE2F6719-1A5B-413B-87D2-A839C4AEA5A2}" srcOrd="1" destOrd="0" parTransId="{6ECC79B2-F379-4F0A-AA99-F5FD36BE70E5}" sibTransId="{CE0E255B-18A2-4EA6-A021-A6957C9952B4}"/>
    <dgm:cxn modelId="{89FCB685-96BC-4F93-88FC-0F3075FA0212}" srcId="{3242A660-FCC7-4D55-A1DF-57B76E1A4375}" destId="{F6315655-9F70-44D2-950D-47C3D7945859}" srcOrd="0" destOrd="0" parTransId="{E3B98608-8E86-41DD-BED4-69495ABD3A76}" sibTransId="{52694AF0-F98C-4797-B040-DA893267E825}"/>
    <dgm:cxn modelId="{EADE0893-79CB-490B-9B58-A73F99078BAD}" type="presOf" srcId="{F6315655-9F70-44D2-950D-47C3D7945859}" destId="{C5D7433D-9533-43A7-84AD-5586F15C5FC3}" srcOrd="0" destOrd="0" presId="urn:microsoft.com/office/officeart/2018/2/layout/IconVerticalSolidList"/>
    <dgm:cxn modelId="{14B5E8AF-7C71-491D-AE67-DC10F5B1AE9A}" type="presOf" srcId="{55FFFDD1-99BD-4D57-8F73-8142002EFC87}" destId="{51894977-9077-4704-9CF5-2718D8F69EF0}" srcOrd="0" destOrd="0" presId="urn:microsoft.com/office/officeart/2018/2/layout/IconVerticalSolidList"/>
    <dgm:cxn modelId="{724EF1EF-F99E-4223-B82E-0F7931F67915}" type="presOf" srcId="{3242A660-FCC7-4D55-A1DF-57B76E1A4375}" destId="{96CDB103-D9DD-4CEB-9765-87C1F19D0E55}" srcOrd="0" destOrd="0" presId="urn:microsoft.com/office/officeart/2018/2/layout/IconVerticalSolidList"/>
    <dgm:cxn modelId="{6A2131A8-2E30-449C-8D28-DCE950365AB4}" type="presParOf" srcId="{96CDB103-D9DD-4CEB-9765-87C1F19D0E55}" destId="{EDA3F9DB-DCCF-4932-9165-B2B915F93BA7}" srcOrd="0" destOrd="0" presId="urn:microsoft.com/office/officeart/2018/2/layout/IconVerticalSolidList"/>
    <dgm:cxn modelId="{D4744D47-6F4D-478F-BA52-17DC658E14D8}" type="presParOf" srcId="{EDA3F9DB-DCCF-4932-9165-B2B915F93BA7}" destId="{02DF81C6-8ED4-4361-8058-F9145CA3F428}" srcOrd="0" destOrd="0" presId="urn:microsoft.com/office/officeart/2018/2/layout/IconVerticalSolidList"/>
    <dgm:cxn modelId="{6A3C2890-3B28-430F-8FB9-2342A3DA8A07}" type="presParOf" srcId="{EDA3F9DB-DCCF-4932-9165-B2B915F93BA7}" destId="{45E2131F-1F32-439D-AF6F-C87FCE88BDEB}" srcOrd="1" destOrd="0" presId="urn:microsoft.com/office/officeart/2018/2/layout/IconVerticalSolidList"/>
    <dgm:cxn modelId="{2D2F8E24-A7A6-4FF3-AFDD-5940FD6D9BEA}" type="presParOf" srcId="{EDA3F9DB-DCCF-4932-9165-B2B915F93BA7}" destId="{FEE88B35-191F-408A-A313-55638C445440}" srcOrd="2" destOrd="0" presId="urn:microsoft.com/office/officeart/2018/2/layout/IconVerticalSolidList"/>
    <dgm:cxn modelId="{CD6D2B0C-8ABE-4E95-997C-DAB3A1BAEF4C}" type="presParOf" srcId="{EDA3F9DB-DCCF-4932-9165-B2B915F93BA7}" destId="{C5D7433D-9533-43A7-84AD-5586F15C5FC3}" srcOrd="3" destOrd="0" presId="urn:microsoft.com/office/officeart/2018/2/layout/IconVerticalSolidList"/>
    <dgm:cxn modelId="{24C18E02-D1BF-43C3-B42E-67AB1D7FF5E0}" type="presParOf" srcId="{96CDB103-D9DD-4CEB-9765-87C1F19D0E55}" destId="{EA128699-2CA4-4E9B-AA84-B58F357E38B4}" srcOrd="1" destOrd="0" presId="urn:microsoft.com/office/officeart/2018/2/layout/IconVerticalSolidList"/>
    <dgm:cxn modelId="{1EE6A9AC-A117-44D5-B3E6-BFD11DC57E1A}" type="presParOf" srcId="{96CDB103-D9DD-4CEB-9765-87C1F19D0E55}" destId="{650F9DBE-0438-45BF-ABC7-C6C55D096B1F}" srcOrd="2" destOrd="0" presId="urn:microsoft.com/office/officeart/2018/2/layout/IconVerticalSolidList"/>
    <dgm:cxn modelId="{7F60C31B-3DFE-4CB5-A795-93824803D557}" type="presParOf" srcId="{650F9DBE-0438-45BF-ABC7-C6C55D096B1F}" destId="{0C511409-DE47-4A6D-9E2F-91ACD369D7B3}" srcOrd="0" destOrd="0" presId="urn:microsoft.com/office/officeart/2018/2/layout/IconVerticalSolidList"/>
    <dgm:cxn modelId="{339EADC2-32EA-4C52-9E02-D85D45AFD6EB}" type="presParOf" srcId="{650F9DBE-0438-45BF-ABC7-C6C55D096B1F}" destId="{2FC68DB9-45DA-4BAC-824B-32A63D7099B2}" srcOrd="1" destOrd="0" presId="urn:microsoft.com/office/officeart/2018/2/layout/IconVerticalSolidList"/>
    <dgm:cxn modelId="{2125D2D8-B63A-4FEE-A622-1D5BC5376A2A}" type="presParOf" srcId="{650F9DBE-0438-45BF-ABC7-C6C55D096B1F}" destId="{99D4D453-8D93-42F7-907D-6BFCDEAA8651}" srcOrd="2" destOrd="0" presId="urn:microsoft.com/office/officeart/2018/2/layout/IconVerticalSolidList"/>
    <dgm:cxn modelId="{C814BD35-00CD-47BB-9FE3-64D1AE9B2341}" type="presParOf" srcId="{650F9DBE-0438-45BF-ABC7-C6C55D096B1F}" destId="{2517B259-782F-4AD5-B573-032747C3CC6F}" srcOrd="3" destOrd="0" presId="urn:microsoft.com/office/officeart/2018/2/layout/IconVerticalSolidList"/>
    <dgm:cxn modelId="{EDFE9708-E93E-4D3E-976A-BD0046B4477F}" type="presParOf" srcId="{96CDB103-D9DD-4CEB-9765-87C1F19D0E55}" destId="{7DC0F0A4-CA44-40F4-B727-E7B525D08634}" srcOrd="3" destOrd="0" presId="urn:microsoft.com/office/officeart/2018/2/layout/IconVerticalSolidList"/>
    <dgm:cxn modelId="{E32391FB-11E1-497B-9BAE-62409719A7CC}" type="presParOf" srcId="{96CDB103-D9DD-4CEB-9765-87C1F19D0E55}" destId="{EE521A49-5CBA-42F8-86CC-AD2C24E2A7CB}" srcOrd="4" destOrd="0" presId="urn:microsoft.com/office/officeart/2018/2/layout/IconVerticalSolidList"/>
    <dgm:cxn modelId="{369B74C7-2B97-4D5A-B7EC-14E0A8D72648}" type="presParOf" srcId="{EE521A49-5CBA-42F8-86CC-AD2C24E2A7CB}" destId="{B9C6DA39-AC63-4829-B456-4AA07DA6FBEA}" srcOrd="0" destOrd="0" presId="urn:microsoft.com/office/officeart/2018/2/layout/IconVerticalSolidList"/>
    <dgm:cxn modelId="{CDC86934-463B-4BE6-8D8C-41F8C28F3626}" type="presParOf" srcId="{EE521A49-5CBA-42F8-86CC-AD2C24E2A7CB}" destId="{47B1454F-A270-4F33-8B9D-51F67AD75D0F}" srcOrd="1" destOrd="0" presId="urn:microsoft.com/office/officeart/2018/2/layout/IconVerticalSolidList"/>
    <dgm:cxn modelId="{D3EBBB3A-CC3D-4673-9926-81CD9A2E01C0}" type="presParOf" srcId="{EE521A49-5CBA-42F8-86CC-AD2C24E2A7CB}" destId="{8C56B4E9-3907-4922-836A-07C3385F97F4}" srcOrd="2" destOrd="0" presId="urn:microsoft.com/office/officeart/2018/2/layout/IconVerticalSolidList"/>
    <dgm:cxn modelId="{3C154B45-E6C1-41E3-A34D-331BE45696DB}" type="presParOf" srcId="{EE521A49-5CBA-42F8-86CC-AD2C24E2A7CB}" destId="{51894977-9077-4704-9CF5-2718D8F69E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E946D8B-33BB-436C-9174-604F81BF1B5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445C5E8-CDC7-464C-A9B7-F45C4916FA8A}">
      <dgm:prSet/>
      <dgm:spPr/>
      <dgm:t>
        <a:bodyPr/>
        <a:lstStyle/>
        <a:p>
          <a:r>
            <a:rPr lang="en-US"/>
            <a:t>PreparedStatement everywhere</a:t>
          </a:r>
        </a:p>
      </dgm:t>
    </dgm:pt>
    <dgm:pt modelId="{A16749CB-A313-4BD4-BAD4-B49644914764}" type="parTrans" cxnId="{A0A2D25E-6162-4F7E-B3F6-7E8604826AF0}">
      <dgm:prSet/>
      <dgm:spPr/>
      <dgm:t>
        <a:bodyPr/>
        <a:lstStyle/>
        <a:p>
          <a:endParaRPr lang="en-US"/>
        </a:p>
      </dgm:t>
    </dgm:pt>
    <dgm:pt modelId="{C0B81795-D7D0-4626-85BB-EC5A137C5B91}" type="sibTrans" cxnId="{A0A2D25E-6162-4F7E-B3F6-7E8604826AF0}">
      <dgm:prSet/>
      <dgm:spPr/>
      <dgm:t>
        <a:bodyPr/>
        <a:lstStyle/>
        <a:p>
          <a:endParaRPr lang="en-US"/>
        </a:p>
      </dgm:t>
    </dgm:pt>
    <dgm:pt modelId="{DB44B397-3ECC-48DD-B05B-B96C8DDF2084}">
      <dgm:prSet/>
      <dgm:spPr/>
      <dgm:t>
        <a:bodyPr/>
        <a:lstStyle/>
        <a:p>
          <a:r>
            <a:rPr lang="en-US"/>
            <a:t>Connection pools in prod (HikariCP)</a:t>
          </a:r>
        </a:p>
      </dgm:t>
    </dgm:pt>
    <dgm:pt modelId="{AB8169DC-C303-4C24-944B-E91413065C23}" type="parTrans" cxnId="{3CF7A893-1824-407B-9572-03C614A1A948}">
      <dgm:prSet/>
      <dgm:spPr/>
      <dgm:t>
        <a:bodyPr/>
        <a:lstStyle/>
        <a:p>
          <a:endParaRPr lang="en-US"/>
        </a:p>
      </dgm:t>
    </dgm:pt>
    <dgm:pt modelId="{D8043C8D-E6D8-43BC-8A29-44171F7207A1}" type="sibTrans" cxnId="{3CF7A893-1824-407B-9572-03C614A1A948}">
      <dgm:prSet/>
      <dgm:spPr/>
      <dgm:t>
        <a:bodyPr/>
        <a:lstStyle/>
        <a:p>
          <a:endParaRPr lang="en-US"/>
        </a:p>
      </dgm:t>
    </dgm:pt>
    <dgm:pt modelId="{51532409-9540-463C-B3BA-98F8BD62F1DC}">
      <dgm:prSet/>
      <dgm:spPr/>
      <dgm:t>
        <a:bodyPr/>
        <a:lstStyle/>
        <a:p>
          <a:r>
            <a:rPr lang="en-US"/>
            <a:t>try-with-resources for all JDBC objects</a:t>
          </a:r>
        </a:p>
      </dgm:t>
    </dgm:pt>
    <dgm:pt modelId="{9C078063-D823-40CE-B84E-A354998EAB7F}" type="parTrans" cxnId="{EB1B3AF0-8CA5-4594-952B-C475C75B8462}">
      <dgm:prSet/>
      <dgm:spPr/>
      <dgm:t>
        <a:bodyPr/>
        <a:lstStyle/>
        <a:p>
          <a:endParaRPr lang="en-US"/>
        </a:p>
      </dgm:t>
    </dgm:pt>
    <dgm:pt modelId="{0CA62C52-D7B8-474B-8D62-12F521AD3A5A}" type="sibTrans" cxnId="{EB1B3AF0-8CA5-4594-952B-C475C75B8462}">
      <dgm:prSet/>
      <dgm:spPr/>
      <dgm:t>
        <a:bodyPr/>
        <a:lstStyle/>
        <a:p>
          <a:endParaRPr lang="en-US"/>
        </a:p>
      </dgm:t>
    </dgm:pt>
    <dgm:pt modelId="{AF76EAA3-DACA-4427-8592-E8EBB60854C3}">
      <dgm:prSet/>
      <dgm:spPr/>
      <dgm:t>
        <a:bodyPr/>
        <a:lstStyle/>
        <a:p>
          <a:r>
            <a:rPr lang="en-US"/>
            <a:t>Explicit transactions for multi-step changes</a:t>
          </a:r>
        </a:p>
      </dgm:t>
    </dgm:pt>
    <dgm:pt modelId="{A81B21AD-0683-4DAE-9235-F6462B2ABEBA}" type="parTrans" cxnId="{FFA7C054-8C08-4A01-A215-93BA770F2772}">
      <dgm:prSet/>
      <dgm:spPr/>
      <dgm:t>
        <a:bodyPr/>
        <a:lstStyle/>
        <a:p>
          <a:endParaRPr lang="en-US"/>
        </a:p>
      </dgm:t>
    </dgm:pt>
    <dgm:pt modelId="{5C644AC8-441B-49AB-A3A9-64DDD9630713}" type="sibTrans" cxnId="{FFA7C054-8C08-4A01-A215-93BA770F2772}">
      <dgm:prSet/>
      <dgm:spPr/>
      <dgm:t>
        <a:bodyPr/>
        <a:lstStyle/>
        <a:p>
          <a:endParaRPr lang="en-US"/>
        </a:p>
      </dgm:t>
    </dgm:pt>
    <dgm:pt modelId="{734E2E32-0653-4FEA-B11F-38A898E366F0}">
      <dgm:prSet/>
      <dgm:spPr/>
      <dgm:t>
        <a:bodyPr/>
        <a:lstStyle/>
        <a:p>
          <a:r>
            <a:rPr lang="en-US"/>
            <a:t>Log SQL + timings; add proper indexes</a:t>
          </a:r>
        </a:p>
      </dgm:t>
    </dgm:pt>
    <dgm:pt modelId="{5FE90E60-658A-4A8E-B286-C00A60C98ED4}" type="parTrans" cxnId="{9C731D89-5773-4181-B5EB-45E3DF3CFAA9}">
      <dgm:prSet/>
      <dgm:spPr/>
      <dgm:t>
        <a:bodyPr/>
        <a:lstStyle/>
        <a:p>
          <a:endParaRPr lang="en-US"/>
        </a:p>
      </dgm:t>
    </dgm:pt>
    <dgm:pt modelId="{751B15D4-F20C-4EF0-87C4-2BA43D9DBA77}" type="sibTrans" cxnId="{9C731D89-5773-4181-B5EB-45E3DF3CFAA9}">
      <dgm:prSet/>
      <dgm:spPr/>
      <dgm:t>
        <a:bodyPr/>
        <a:lstStyle/>
        <a:p>
          <a:endParaRPr lang="en-US"/>
        </a:p>
      </dgm:t>
    </dgm:pt>
    <dgm:pt modelId="{E8C7E84F-E4E3-4453-BC1F-3B43BAA23962}" type="pres">
      <dgm:prSet presAssocID="{FE946D8B-33BB-436C-9174-604F81BF1B5F}" presName="diagram" presStyleCnt="0">
        <dgm:presLayoutVars>
          <dgm:dir/>
          <dgm:resizeHandles val="exact"/>
        </dgm:presLayoutVars>
      </dgm:prSet>
      <dgm:spPr/>
    </dgm:pt>
    <dgm:pt modelId="{89F36628-3207-4C27-81EA-72D33567495B}" type="pres">
      <dgm:prSet presAssocID="{E445C5E8-CDC7-464C-A9B7-F45C4916FA8A}" presName="node" presStyleLbl="node1" presStyleIdx="0" presStyleCnt="5">
        <dgm:presLayoutVars>
          <dgm:bulletEnabled val="1"/>
        </dgm:presLayoutVars>
      </dgm:prSet>
      <dgm:spPr/>
    </dgm:pt>
    <dgm:pt modelId="{A1CB1474-BA30-40B7-89F7-8327487A2EEB}" type="pres">
      <dgm:prSet presAssocID="{C0B81795-D7D0-4626-85BB-EC5A137C5B91}" presName="sibTrans" presStyleCnt="0"/>
      <dgm:spPr/>
    </dgm:pt>
    <dgm:pt modelId="{8A15592D-3D59-4576-84A9-37FDE838C948}" type="pres">
      <dgm:prSet presAssocID="{DB44B397-3ECC-48DD-B05B-B96C8DDF2084}" presName="node" presStyleLbl="node1" presStyleIdx="1" presStyleCnt="5">
        <dgm:presLayoutVars>
          <dgm:bulletEnabled val="1"/>
        </dgm:presLayoutVars>
      </dgm:prSet>
      <dgm:spPr/>
    </dgm:pt>
    <dgm:pt modelId="{40D1BC7A-9303-4F3D-A0F9-049015312C4A}" type="pres">
      <dgm:prSet presAssocID="{D8043C8D-E6D8-43BC-8A29-44171F7207A1}" presName="sibTrans" presStyleCnt="0"/>
      <dgm:spPr/>
    </dgm:pt>
    <dgm:pt modelId="{D4E85255-40F5-49D4-A4F9-14913457FD1C}" type="pres">
      <dgm:prSet presAssocID="{51532409-9540-463C-B3BA-98F8BD62F1DC}" presName="node" presStyleLbl="node1" presStyleIdx="2" presStyleCnt="5">
        <dgm:presLayoutVars>
          <dgm:bulletEnabled val="1"/>
        </dgm:presLayoutVars>
      </dgm:prSet>
      <dgm:spPr/>
    </dgm:pt>
    <dgm:pt modelId="{7D2A5412-0389-4B59-8DD4-5B5013292F82}" type="pres">
      <dgm:prSet presAssocID="{0CA62C52-D7B8-474B-8D62-12F521AD3A5A}" presName="sibTrans" presStyleCnt="0"/>
      <dgm:spPr/>
    </dgm:pt>
    <dgm:pt modelId="{79120062-8AC5-4F18-840C-EE2DC390B9B8}" type="pres">
      <dgm:prSet presAssocID="{AF76EAA3-DACA-4427-8592-E8EBB60854C3}" presName="node" presStyleLbl="node1" presStyleIdx="3" presStyleCnt="5">
        <dgm:presLayoutVars>
          <dgm:bulletEnabled val="1"/>
        </dgm:presLayoutVars>
      </dgm:prSet>
      <dgm:spPr/>
    </dgm:pt>
    <dgm:pt modelId="{BA9253F9-EC72-4CDE-9200-4FB8CAD7D3FC}" type="pres">
      <dgm:prSet presAssocID="{5C644AC8-441B-49AB-A3A9-64DDD9630713}" presName="sibTrans" presStyleCnt="0"/>
      <dgm:spPr/>
    </dgm:pt>
    <dgm:pt modelId="{4FA21FAC-C041-4A95-8FD3-651DCA99E0F1}" type="pres">
      <dgm:prSet presAssocID="{734E2E32-0653-4FEA-B11F-38A898E366F0}" presName="node" presStyleLbl="node1" presStyleIdx="4" presStyleCnt="5">
        <dgm:presLayoutVars>
          <dgm:bulletEnabled val="1"/>
        </dgm:presLayoutVars>
      </dgm:prSet>
      <dgm:spPr/>
    </dgm:pt>
  </dgm:ptLst>
  <dgm:cxnLst>
    <dgm:cxn modelId="{F7A3BB18-9368-414F-B7BA-F984A071E860}" type="presOf" srcId="{51532409-9540-463C-B3BA-98F8BD62F1DC}" destId="{D4E85255-40F5-49D4-A4F9-14913457FD1C}" srcOrd="0" destOrd="0" presId="urn:microsoft.com/office/officeart/2005/8/layout/default"/>
    <dgm:cxn modelId="{E4172727-F8A8-4941-A1E2-30B250C21215}" type="presOf" srcId="{AF76EAA3-DACA-4427-8592-E8EBB60854C3}" destId="{79120062-8AC5-4F18-840C-EE2DC390B9B8}" srcOrd="0" destOrd="0" presId="urn:microsoft.com/office/officeart/2005/8/layout/default"/>
    <dgm:cxn modelId="{15DC825C-4AF1-45C0-97F8-B823B79AAEC1}" type="presOf" srcId="{E445C5E8-CDC7-464C-A9B7-F45C4916FA8A}" destId="{89F36628-3207-4C27-81EA-72D33567495B}" srcOrd="0" destOrd="0" presId="urn:microsoft.com/office/officeart/2005/8/layout/default"/>
    <dgm:cxn modelId="{A0A2D25E-6162-4F7E-B3F6-7E8604826AF0}" srcId="{FE946D8B-33BB-436C-9174-604F81BF1B5F}" destId="{E445C5E8-CDC7-464C-A9B7-F45C4916FA8A}" srcOrd="0" destOrd="0" parTransId="{A16749CB-A313-4BD4-BAD4-B49644914764}" sibTransId="{C0B81795-D7D0-4626-85BB-EC5A137C5B91}"/>
    <dgm:cxn modelId="{FFA7C054-8C08-4A01-A215-93BA770F2772}" srcId="{FE946D8B-33BB-436C-9174-604F81BF1B5F}" destId="{AF76EAA3-DACA-4427-8592-E8EBB60854C3}" srcOrd="3" destOrd="0" parTransId="{A81B21AD-0683-4DAE-9235-F6462B2ABEBA}" sibTransId="{5C644AC8-441B-49AB-A3A9-64DDD9630713}"/>
    <dgm:cxn modelId="{96A4647F-4494-4242-829F-B6D6CF3179F5}" type="presOf" srcId="{734E2E32-0653-4FEA-B11F-38A898E366F0}" destId="{4FA21FAC-C041-4A95-8FD3-651DCA99E0F1}" srcOrd="0" destOrd="0" presId="urn:microsoft.com/office/officeart/2005/8/layout/default"/>
    <dgm:cxn modelId="{9C731D89-5773-4181-B5EB-45E3DF3CFAA9}" srcId="{FE946D8B-33BB-436C-9174-604F81BF1B5F}" destId="{734E2E32-0653-4FEA-B11F-38A898E366F0}" srcOrd="4" destOrd="0" parTransId="{5FE90E60-658A-4A8E-B286-C00A60C98ED4}" sibTransId="{751B15D4-F20C-4EF0-87C4-2BA43D9DBA77}"/>
    <dgm:cxn modelId="{3CF7A893-1824-407B-9572-03C614A1A948}" srcId="{FE946D8B-33BB-436C-9174-604F81BF1B5F}" destId="{DB44B397-3ECC-48DD-B05B-B96C8DDF2084}" srcOrd="1" destOrd="0" parTransId="{AB8169DC-C303-4C24-944B-E91413065C23}" sibTransId="{D8043C8D-E6D8-43BC-8A29-44171F7207A1}"/>
    <dgm:cxn modelId="{E2828CB2-8B6A-427C-8CEB-3E491A979576}" type="presOf" srcId="{DB44B397-3ECC-48DD-B05B-B96C8DDF2084}" destId="{8A15592D-3D59-4576-84A9-37FDE838C948}" srcOrd="0" destOrd="0" presId="urn:microsoft.com/office/officeart/2005/8/layout/default"/>
    <dgm:cxn modelId="{814926C6-41E2-46E7-A457-70D1EA5E4E85}" type="presOf" srcId="{FE946D8B-33BB-436C-9174-604F81BF1B5F}" destId="{E8C7E84F-E4E3-4453-BC1F-3B43BAA23962}" srcOrd="0" destOrd="0" presId="urn:microsoft.com/office/officeart/2005/8/layout/default"/>
    <dgm:cxn modelId="{EB1B3AF0-8CA5-4594-952B-C475C75B8462}" srcId="{FE946D8B-33BB-436C-9174-604F81BF1B5F}" destId="{51532409-9540-463C-B3BA-98F8BD62F1DC}" srcOrd="2" destOrd="0" parTransId="{9C078063-D823-40CE-B84E-A354998EAB7F}" sibTransId="{0CA62C52-D7B8-474B-8D62-12F521AD3A5A}"/>
    <dgm:cxn modelId="{296F5208-0C07-426B-B57C-E61B8B196B7D}" type="presParOf" srcId="{E8C7E84F-E4E3-4453-BC1F-3B43BAA23962}" destId="{89F36628-3207-4C27-81EA-72D33567495B}" srcOrd="0" destOrd="0" presId="urn:microsoft.com/office/officeart/2005/8/layout/default"/>
    <dgm:cxn modelId="{9654FC56-7EE6-4876-A214-89D181EC10DD}" type="presParOf" srcId="{E8C7E84F-E4E3-4453-BC1F-3B43BAA23962}" destId="{A1CB1474-BA30-40B7-89F7-8327487A2EEB}" srcOrd="1" destOrd="0" presId="urn:microsoft.com/office/officeart/2005/8/layout/default"/>
    <dgm:cxn modelId="{1CEB6142-9921-4590-9539-F2F75D6F89FF}" type="presParOf" srcId="{E8C7E84F-E4E3-4453-BC1F-3B43BAA23962}" destId="{8A15592D-3D59-4576-84A9-37FDE838C948}" srcOrd="2" destOrd="0" presId="urn:microsoft.com/office/officeart/2005/8/layout/default"/>
    <dgm:cxn modelId="{6187FDEF-BC8A-4EF4-94F3-5118E8BD56CB}" type="presParOf" srcId="{E8C7E84F-E4E3-4453-BC1F-3B43BAA23962}" destId="{40D1BC7A-9303-4F3D-A0F9-049015312C4A}" srcOrd="3" destOrd="0" presId="urn:microsoft.com/office/officeart/2005/8/layout/default"/>
    <dgm:cxn modelId="{B23AC540-6D8F-40AD-9F2E-4A1DB0350F12}" type="presParOf" srcId="{E8C7E84F-E4E3-4453-BC1F-3B43BAA23962}" destId="{D4E85255-40F5-49D4-A4F9-14913457FD1C}" srcOrd="4" destOrd="0" presId="urn:microsoft.com/office/officeart/2005/8/layout/default"/>
    <dgm:cxn modelId="{114D503A-B90D-40B7-98D8-CD6088704702}" type="presParOf" srcId="{E8C7E84F-E4E3-4453-BC1F-3B43BAA23962}" destId="{7D2A5412-0389-4B59-8DD4-5B5013292F82}" srcOrd="5" destOrd="0" presId="urn:microsoft.com/office/officeart/2005/8/layout/default"/>
    <dgm:cxn modelId="{23F9979E-E2DA-4EFE-A9C1-A01E35C3234B}" type="presParOf" srcId="{E8C7E84F-E4E3-4453-BC1F-3B43BAA23962}" destId="{79120062-8AC5-4F18-840C-EE2DC390B9B8}" srcOrd="6" destOrd="0" presId="urn:microsoft.com/office/officeart/2005/8/layout/default"/>
    <dgm:cxn modelId="{9AED9D95-415C-423A-951B-EE2FB30FC7BE}" type="presParOf" srcId="{E8C7E84F-E4E3-4453-BC1F-3B43BAA23962}" destId="{BA9253F9-EC72-4CDE-9200-4FB8CAD7D3FC}" srcOrd="7" destOrd="0" presId="urn:microsoft.com/office/officeart/2005/8/layout/default"/>
    <dgm:cxn modelId="{ECD19E6E-4B52-470B-B17E-01B4753DE0BD}" type="presParOf" srcId="{E8C7E84F-E4E3-4453-BC1F-3B43BAA23962}" destId="{4FA21FAC-C041-4A95-8FD3-651DCA99E0F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F56321-D4B8-4590-AD01-5EDCF2B1D4A1}">
      <dsp:nvSpPr>
        <dsp:cNvPr id="0" name=""/>
        <dsp:cNvSpPr/>
      </dsp:nvSpPr>
      <dsp:spPr>
        <a:xfrm>
          <a:off x="0" y="55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64A32-9C7B-4F6C-9E2F-753E70E5D2E7}">
      <dsp:nvSpPr>
        <dsp:cNvPr id="0" name=""/>
        <dsp:cNvSpPr/>
      </dsp:nvSpPr>
      <dsp:spPr>
        <a:xfrm>
          <a:off x="140386" y="104972"/>
          <a:ext cx="255248" cy="255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DFA88-88DB-4DCA-90AB-C404B74FE362}">
      <dsp:nvSpPr>
        <dsp:cNvPr id="0" name=""/>
        <dsp:cNvSpPr/>
      </dsp:nvSpPr>
      <dsp:spPr>
        <a:xfrm>
          <a:off x="536021" y="55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JDBC</a:t>
          </a:r>
        </a:p>
      </dsp:txBody>
      <dsp:txXfrm>
        <a:off x="536021" y="552"/>
        <a:ext cx="7693578" cy="464088"/>
      </dsp:txXfrm>
    </dsp:sp>
    <dsp:sp modelId="{3A1DE733-EDAC-4B35-9CF5-DE37FC2A16C7}">
      <dsp:nvSpPr>
        <dsp:cNvPr id="0" name=""/>
        <dsp:cNvSpPr/>
      </dsp:nvSpPr>
      <dsp:spPr>
        <a:xfrm>
          <a:off x="0" y="58066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5CADAD-B4EE-4D64-B6B9-0EB179B986D0}">
      <dsp:nvSpPr>
        <dsp:cNvPr id="0" name=""/>
        <dsp:cNvSpPr/>
      </dsp:nvSpPr>
      <dsp:spPr>
        <a:xfrm>
          <a:off x="140386" y="685082"/>
          <a:ext cx="255248" cy="255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D97E2-953C-491B-972A-CC9732297EFD}">
      <dsp:nvSpPr>
        <dsp:cNvPr id="0" name=""/>
        <dsp:cNvSpPr/>
      </dsp:nvSpPr>
      <dsp:spPr>
        <a:xfrm>
          <a:off x="536021" y="58066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Architecture &amp; Driver types</a:t>
          </a:r>
        </a:p>
      </dsp:txBody>
      <dsp:txXfrm>
        <a:off x="536021" y="580662"/>
        <a:ext cx="7693578" cy="464088"/>
      </dsp:txXfrm>
    </dsp:sp>
    <dsp:sp modelId="{B4ABCE27-99ED-4BE9-B7F2-84EC12B36690}">
      <dsp:nvSpPr>
        <dsp:cNvPr id="0" name=""/>
        <dsp:cNvSpPr/>
      </dsp:nvSpPr>
      <dsp:spPr>
        <a:xfrm>
          <a:off x="0" y="116077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D791A4-EF69-4B02-A811-B0B752D1D66D}">
      <dsp:nvSpPr>
        <dsp:cNvPr id="0" name=""/>
        <dsp:cNvSpPr/>
      </dsp:nvSpPr>
      <dsp:spPr>
        <a:xfrm>
          <a:off x="140386" y="1265192"/>
          <a:ext cx="255248" cy="255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E59BA6-4AC4-49CB-8FCF-E83F06C452F8}">
      <dsp:nvSpPr>
        <dsp:cNvPr id="0" name=""/>
        <dsp:cNvSpPr/>
      </dsp:nvSpPr>
      <dsp:spPr>
        <a:xfrm>
          <a:off x="536021" y="116077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Connect → Query → Update (modern way)</a:t>
          </a:r>
        </a:p>
      </dsp:txBody>
      <dsp:txXfrm>
        <a:off x="536021" y="1160772"/>
        <a:ext cx="7693578" cy="464088"/>
      </dsp:txXfrm>
    </dsp:sp>
    <dsp:sp modelId="{D5032F9F-FFD9-472F-862E-4D0ABB32EA20}">
      <dsp:nvSpPr>
        <dsp:cNvPr id="0" name=""/>
        <dsp:cNvSpPr/>
      </dsp:nvSpPr>
      <dsp:spPr>
        <a:xfrm>
          <a:off x="0" y="174088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C2EE5-F2C3-49D7-A9E4-C1D1A6053D48}">
      <dsp:nvSpPr>
        <dsp:cNvPr id="0" name=""/>
        <dsp:cNvSpPr/>
      </dsp:nvSpPr>
      <dsp:spPr>
        <a:xfrm>
          <a:off x="140386" y="1845302"/>
          <a:ext cx="255248" cy="2552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85F91-41D6-44F8-BE7D-0D81F9C04C91}">
      <dsp:nvSpPr>
        <dsp:cNvPr id="0" name=""/>
        <dsp:cNvSpPr/>
      </dsp:nvSpPr>
      <dsp:spPr>
        <a:xfrm>
          <a:off x="536021" y="174088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Statements &amp; ResultSets</a:t>
          </a:r>
        </a:p>
      </dsp:txBody>
      <dsp:txXfrm>
        <a:off x="536021" y="1740882"/>
        <a:ext cx="7693578" cy="464088"/>
      </dsp:txXfrm>
    </dsp:sp>
    <dsp:sp modelId="{72C5E6F9-4A9D-4034-8258-5FB8AF80A197}">
      <dsp:nvSpPr>
        <dsp:cNvPr id="0" name=""/>
        <dsp:cNvSpPr/>
      </dsp:nvSpPr>
      <dsp:spPr>
        <a:xfrm>
          <a:off x="0" y="232099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ED3386-DFCC-4BEC-8750-DCF669CAAC5A}">
      <dsp:nvSpPr>
        <dsp:cNvPr id="0" name=""/>
        <dsp:cNvSpPr/>
      </dsp:nvSpPr>
      <dsp:spPr>
        <a:xfrm>
          <a:off x="140386" y="2425412"/>
          <a:ext cx="255248" cy="2552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4ACF3-F9EB-4B47-9028-6A98515AC1DD}">
      <dsp:nvSpPr>
        <dsp:cNvPr id="0" name=""/>
        <dsp:cNvSpPr/>
      </dsp:nvSpPr>
      <dsp:spPr>
        <a:xfrm>
          <a:off x="536021" y="232099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Transactions, Batching</a:t>
          </a:r>
        </a:p>
      </dsp:txBody>
      <dsp:txXfrm>
        <a:off x="536021" y="2320992"/>
        <a:ext cx="7693578" cy="464088"/>
      </dsp:txXfrm>
    </dsp:sp>
    <dsp:sp modelId="{D821A63C-5D72-4CC3-8F25-D6AA687DE63C}">
      <dsp:nvSpPr>
        <dsp:cNvPr id="0" name=""/>
        <dsp:cNvSpPr/>
      </dsp:nvSpPr>
      <dsp:spPr>
        <a:xfrm>
          <a:off x="0" y="290110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8BDC1-3611-4078-BCD7-AE963F243CAA}">
      <dsp:nvSpPr>
        <dsp:cNvPr id="0" name=""/>
        <dsp:cNvSpPr/>
      </dsp:nvSpPr>
      <dsp:spPr>
        <a:xfrm>
          <a:off x="140386" y="3005522"/>
          <a:ext cx="255248" cy="25524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2011C8-5D99-4E9B-9CB6-35A1C4817BD4}">
      <dsp:nvSpPr>
        <dsp:cNvPr id="0" name=""/>
        <dsp:cNvSpPr/>
      </dsp:nvSpPr>
      <dsp:spPr>
        <a:xfrm>
          <a:off x="536021" y="290110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DataSource &amp; Pooling</a:t>
          </a:r>
        </a:p>
      </dsp:txBody>
      <dsp:txXfrm>
        <a:off x="536021" y="2901102"/>
        <a:ext cx="7693578" cy="464088"/>
      </dsp:txXfrm>
    </dsp:sp>
    <dsp:sp modelId="{0977FE57-D634-4CCD-9127-51ACA31B6ED8}">
      <dsp:nvSpPr>
        <dsp:cNvPr id="0" name=""/>
        <dsp:cNvSpPr/>
      </dsp:nvSpPr>
      <dsp:spPr>
        <a:xfrm>
          <a:off x="0" y="348121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9AACC-575D-43B0-865F-F8A2A2E0CAC5}">
      <dsp:nvSpPr>
        <dsp:cNvPr id="0" name=""/>
        <dsp:cNvSpPr/>
      </dsp:nvSpPr>
      <dsp:spPr>
        <a:xfrm>
          <a:off x="140386" y="3585632"/>
          <a:ext cx="255248" cy="25524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83491-807E-4FA2-981C-2FE5B84272DD}">
      <dsp:nvSpPr>
        <dsp:cNvPr id="0" name=""/>
        <dsp:cNvSpPr/>
      </dsp:nvSpPr>
      <dsp:spPr>
        <a:xfrm>
          <a:off x="536021" y="348121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Mini walkthrough</a:t>
          </a:r>
        </a:p>
      </dsp:txBody>
      <dsp:txXfrm>
        <a:off x="536021" y="3481212"/>
        <a:ext cx="7693578" cy="464088"/>
      </dsp:txXfrm>
    </dsp:sp>
    <dsp:sp modelId="{93342B3C-5FB7-4FA3-BB7B-6503A34A885F}">
      <dsp:nvSpPr>
        <dsp:cNvPr id="0" name=""/>
        <dsp:cNvSpPr/>
      </dsp:nvSpPr>
      <dsp:spPr>
        <a:xfrm>
          <a:off x="0" y="4061322"/>
          <a:ext cx="8229600" cy="46408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D9C8C-5291-4F42-93F6-36A146CAC77B}">
      <dsp:nvSpPr>
        <dsp:cNvPr id="0" name=""/>
        <dsp:cNvSpPr/>
      </dsp:nvSpPr>
      <dsp:spPr>
        <a:xfrm>
          <a:off x="140386" y="4165742"/>
          <a:ext cx="255248" cy="25524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315F4-7745-4C7D-8478-FB2D7AD1A804}">
      <dsp:nvSpPr>
        <dsp:cNvPr id="0" name=""/>
        <dsp:cNvSpPr/>
      </dsp:nvSpPr>
      <dsp:spPr>
        <a:xfrm>
          <a:off x="536021" y="4061322"/>
          <a:ext cx="7693578" cy="464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116" tIns="49116" rIns="49116" bIns="4911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Best practices &amp; FAQs</a:t>
          </a:r>
        </a:p>
      </dsp:txBody>
      <dsp:txXfrm>
        <a:off x="536021" y="4061322"/>
        <a:ext cx="7693578" cy="464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449AF-63C7-48FE-AE5F-BFBE56734176}">
      <dsp:nvSpPr>
        <dsp:cNvPr id="0" name=""/>
        <dsp:cNvSpPr/>
      </dsp:nvSpPr>
      <dsp:spPr>
        <a:xfrm>
          <a:off x="750914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29A12C-EB9B-4915-8A83-03ED8D505BAE}">
      <dsp:nvSpPr>
        <dsp:cNvPr id="0" name=""/>
        <dsp:cNvSpPr/>
      </dsp:nvSpPr>
      <dsp:spPr>
        <a:xfrm>
          <a:off x="90151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Standard Java API to talk to relational databases</a:t>
          </a:r>
        </a:p>
      </dsp:txBody>
      <dsp:txXfrm>
        <a:off x="90151" y="2602589"/>
        <a:ext cx="2402775" cy="720000"/>
      </dsp:txXfrm>
    </dsp:sp>
    <dsp:sp modelId="{48612F78-32F8-422F-B3E0-92020E4F9E0C}">
      <dsp:nvSpPr>
        <dsp:cNvPr id="0" name=""/>
        <dsp:cNvSpPr/>
      </dsp:nvSpPr>
      <dsp:spPr>
        <a:xfrm>
          <a:off x="3574175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C64B0-CD8A-429A-96DC-28770633F26F}">
      <dsp:nvSpPr>
        <dsp:cNvPr id="0" name=""/>
        <dsp:cNvSpPr/>
      </dsp:nvSpPr>
      <dsp:spPr>
        <a:xfrm>
          <a:off x="2913412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Lives in java.sql and javax.sql</a:t>
          </a:r>
        </a:p>
      </dsp:txBody>
      <dsp:txXfrm>
        <a:off x="2913412" y="2602589"/>
        <a:ext cx="2402775" cy="720000"/>
      </dsp:txXfrm>
    </dsp:sp>
    <dsp:sp modelId="{8378F571-B2B5-4DA5-88A0-06369008B8B4}">
      <dsp:nvSpPr>
        <dsp:cNvPr id="0" name=""/>
        <dsp:cNvSpPr/>
      </dsp:nvSpPr>
      <dsp:spPr>
        <a:xfrm>
          <a:off x="6397436" y="1203373"/>
          <a:ext cx="1081248" cy="10812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1D7722-4032-487D-98E8-802C127B4BB3}">
      <dsp:nvSpPr>
        <dsp:cNvPr id="0" name=""/>
        <dsp:cNvSpPr/>
      </dsp:nvSpPr>
      <dsp:spPr>
        <a:xfrm>
          <a:off x="5736673" y="2602589"/>
          <a:ext cx="24027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Works with any DB via vendor drivers</a:t>
          </a:r>
        </a:p>
      </dsp:txBody>
      <dsp:txXfrm>
        <a:off x="5736673" y="2602589"/>
        <a:ext cx="240277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C00C2-DD0C-4BD1-9470-806E0682837B}">
      <dsp:nvSpPr>
        <dsp:cNvPr id="0" name=""/>
        <dsp:cNvSpPr/>
      </dsp:nvSpPr>
      <dsp:spPr>
        <a:xfrm>
          <a:off x="0" y="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37B5F-5C04-4F7C-A0D0-FDE8687A97B0}">
      <dsp:nvSpPr>
        <dsp:cNvPr id="0" name=""/>
        <dsp:cNvSpPr/>
      </dsp:nvSpPr>
      <dsp:spPr>
        <a:xfrm>
          <a:off x="0" y="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Type 1: JDBC-ODBC Bridge (removed since Java 8)</a:t>
          </a:r>
        </a:p>
      </dsp:txBody>
      <dsp:txXfrm>
        <a:off x="0" y="0"/>
        <a:ext cx="8229600" cy="1131490"/>
      </dsp:txXfrm>
    </dsp:sp>
    <dsp:sp modelId="{A5A457F1-D155-4280-9B45-4345C0BBD250}">
      <dsp:nvSpPr>
        <dsp:cNvPr id="0" name=""/>
        <dsp:cNvSpPr/>
      </dsp:nvSpPr>
      <dsp:spPr>
        <a:xfrm>
          <a:off x="0" y="11314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34323-3B63-47E4-B4FE-0CF354B8FE8D}">
      <dsp:nvSpPr>
        <dsp:cNvPr id="0" name=""/>
        <dsp:cNvSpPr/>
      </dsp:nvSpPr>
      <dsp:spPr>
        <a:xfrm>
          <a:off x="0" y="1131490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Type 2: Native API (legacy)</a:t>
          </a:r>
        </a:p>
      </dsp:txBody>
      <dsp:txXfrm>
        <a:off x="0" y="1131490"/>
        <a:ext cx="8229600" cy="1131490"/>
      </dsp:txXfrm>
    </dsp:sp>
    <dsp:sp modelId="{78AA5196-1F5E-4153-BA11-08FF1C23ADCB}">
      <dsp:nvSpPr>
        <dsp:cNvPr id="0" name=""/>
        <dsp:cNvSpPr/>
      </dsp:nvSpPr>
      <dsp:spPr>
        <a:xfrm>
          <a:off x="0" y="226298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37A2CA-A5ED-4D71-8B78-A8635CE251FB}">
      <dsp:nvSpPr>
        <dsp:cNvPr id="0" name=""/>
        <dsp:cNvSpPr/>
      </dsp:nvSpPr>
      <dsp:spPr>
        <a:xfrm>
          <a:off x="0" y="2262981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Type 3: Middleware driver (legacy)</a:t>
          </a:r>
        </a:p>
      </dsp:txBody>
      <dsp:txXfrm>
        <a:off x="0" y="2262981"/>
        <a:ext cx="8229600" cy="1131490"/>
      </dsp:txXfrm>
    </dsp:sp>
    <dsp:sp modelId="{9D29B87A-381A-440A-80AB-56C7457B8077}">
      <dsp:nvSpPr>
        <dsp:cNvPr id="0" name=""/>
        <dsp:cNvSpPr/>
      </dsp:nvSpPr>
      <dsp:spPr>
        <a:xfrm>
          <a:off x="0" y="33944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92EBC-C818-49B8-BF2A-0873AD047E89}">
      <dsp:nvSpPr>
        <dsp:cNvPr id="0" name=""/>
        <dsp:cNvSpPr/>
      </dsp:nvSpPr>
      <dsp:spPr>
        <a:xfrm>
          <a:off x="0" y="3394472"/>
          <a:ext cx="8229600" cy="1131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Type 4: Pure Java (preferred)</a:t>
          </a:r>
        </a:p>
      </dsp:txBody>
      <dsp:txXfrm>
        <a:off x="0" y="3394472"/>
        <a:ext cx="8229600" cy="1131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42D0A-9192-4613-8B8E-E5409C1C5203}">
      <dsp:nvSpPr>
        <dsp:cNvPr id="0" name=""/>
        <dsp:cNvSpPr/>
      </dsp:nvSpPr>
      <dsp:spPr>
        <a:xfrm>
          <a:off x="13749" y="1907472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34F744-870D-41EB-8E07-31F25CFC1C71}">
      <dsp:nvSpPr>
        <dsp:cNvPr id="0" name=""/>
        <dsp:cNvSpPr/>
      </dsp:nvSpPr>
      <dsp:spPr>
        <a:xfrm>
          <a:off x="163063" y="2056786"/>
          <a:ext cx="412390" cy="4123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0F95B-32DD-4418-A5D5-1B74F31210F4}">
      <dsp:nvSpPr>
        <dsp:cNvPr id="0" name=""/>
        <dsp:cNvSpPr/>
      </dsp:nvSpPr>
      <dsp:spPr>
        <a:xfrm>
          <a:off x="877128" y="1907472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Statement → static SQL (rare in prod)</a:t>
          </a:r>
        </a:p>
      </dsp:txBody>
      <dsp:txXfrm>
        <a:off x="877128" y="1907472"/>
        <a:ext cx="1675971" cy="711018"/>
      </dsp:txXfrm>
    </dsp:sp>
    <dsp:sp modelId="{D94329A7-EE39-46C9-918A-9727A7D1FFDA}">
      <dsp:nvSpPr>
        <dsp:cNvPr id="0" name=""/>
        <dsp:cNvSpPr/>
      </dsp:nvSpPr>
      <dsp:spPr>
        <a:xfrm>
          <a:off x="2845124" y="1907472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4A363-79AA-44C1-B81E-8773E98F2221}">
      <dsp:nvSpPr>
        <dsp:cNvPr id="0" name=""/>
        <dsp:cNvSpPr/>
      </dsp:nvSpPr>
      <dsp:spPr>
        <a:xfrm>
          <a:off x="2994438" y="2056786"/>
          <a:ext cx="412390" cy="4123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0D45F-9C9B-48E3-A1A7-4FF0AD0E0F0B}">
      <dsp:nvSpPr>
        <dsp:cNvPr id="0" name=""/>
        <dsp:cNvSpPr/>
      </dsp:nvSpPr>
      <dsp:spPr>
        <a:xfrm>
          <a:off x="3708504" y="1907472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PreparedStatement → parameterized, safe, faster (default)</a:t>
          </a:r>
        </a:p>
      </dsp:txBody>
      <dsp:txXfrm>
        <a:off x="3708504" y="1907472"/>
        <a:ext cx="1675971" cy="711018"/>
      </dsp:txXfrm>
    </dsp:sp>
    <dsp:sp modelId="{F2C19FFF-91BF-473A-A8EA-AD237E213EAA}">
      <dsp:nvSpPr>
        <dsp:cNvPr id="0" name=""/>
        <dsp:cNvSpPr/>
      </dsp:nvSpPr>
      <dsp:spPr>
        <a:xfrm>
          <a:off x="5676500" y="1907472"/>
          <a:ext cx="711018" cy="71101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B4F25F-C330-4D48-A012-C93906E253B5}">
      <dsp:nvSpPr>
        <dsp:cNvPr id="0" name=""/>
        <dsp:cNvSpPr/>
      </dsp:nvSpPr>
      <dsp:spPr>
        <a:xfrm>
          <a:off x="5825814" y="2056786"/>
          <a:ext cx="412390" cy="4123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C68EFF-067F-4172-B658-80187DFC6101}">
      <dsp:nvSpPr>
        <dsp:cNvPr id="0" name=""/>
        <dsp:cNvSpPr/>
      </dsp:nvSpPr>
      <dsp:spPr>
        <a:xfrm>
          <a:off x="6539879" y="1907472"/>
          <a:ext cx="1675971" cy="711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CallableStatement → stored procedures/functions</a:t>
          </a:r>
        </a:p>
      </dsp:txBody>
      <dsp:txXfrm>
        <a:off x="6539879" y="1907472"/>
        <a:ext cx="1675971" cy="7110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9F55F-59B7-4551-B6A1-5832B0539B82}">
      <dsp:nvSpPr>
        <dsp:cNvPr id="0" name=""/>
        <dsp:cNvSpPr/>
      </dsp:nvSpPr>
      <dsp:spPr>
        <a:xfrm>
          <a:off x="0" y="2761"/>
          <a:ext cx="8229600" cy="12915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9484CD-4624-4500-9221-487885012E1E}">
      <dsp:nvSpPr>
        <dsp:cNvPr id="0" name=""/>
        <dsp:cNvSpPr/>
      </dsp:nvSpPr>
      <dsp:spPr>
        <a:xfrm>
          <a:off x="390695" y="293361"/>
          <a:ext cx="710354" cy="7103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892B7-72C2-4138-ACF4-4E2F0B01E4B8}">
      <dsp:nvSpPr>
        <dsp:cNvPr id="0" name=""/>
        <dsp:cNvSpPr/>
      </dsp:nvSpPr>
      <dsp:spPr>
        <a:xfrm>
          <a:off x="1491744" y="2761"/>
          <a:ext cx="3703320" cy="129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89" tIns="136689" rIns="136689" bIns="1366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MySQL:</a:t>
          </a:r>
        </a:p>
      </dsp:txBody>
      <dsp:txXfrm>
        <a:off x="1491744" y="2761"/>
        <a:ext cx="3703320" cy="1291554"/>
      </dsp:txXfrm>
    </dsp:sp>
    <dsp:sp modelId="{B5E307B3-EC72-4BA8-BC4F-B415C870C3CD}">
      <dsp:nvSpPr>
        <dsp:cNvPr id="0" name=""/>
        <dsp:cNvSpPr/>
      </dsp:nvSpPr>
      <dsp:spPr>
        <a:xfrm>
          <a:off x="5195064" y="2761"/>
          <a:ext cx="3033076" cy="129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89" tIns="136689" rIns="136689" bIns="13668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`com.mysql.cj.jdbc.Driver`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jdbc:mysql://host:3306/db?serverTimezone=UTC</a:t>
          </a:r>
        </a:p>
      </dsp:txBody>
      <dsp:txXfrm>
        <a:off x="5195064" y="2761"/>
        <a:ext cx="3033076" cy="1291554"/>
      </dsp:txXfrm>
    </dsp:sp>
    <dsp:sp modelId="{9C87F911-9D80-4E0B-820A-4E234BB2FED4}">
      <dsp:nvSpPr>
        <dsp:cNvPr id="0" name=""/>
        <dsp:cNvSpPr/>
      </dsp:nvSpPr>
      <dsp:spPr>
        <a:xfrm>
          <a:off x="0" y="1617204"/>
          <a:ext cx="8229600" cy="12915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4D5EF-544A-464C-AE61-09E733A64C76}">
      <dsp:nvSpPr>
        <dsp:cNvPr id="0" name=""/>
        <dsp:cNvSpPr/>
      </dsp:nvSpPr>
      <dsp:spPr>
        <a:xfrm>
          <a:off x="390695" y="1907804"/>
          <a:ext cx="710354" cy="7103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B4C6D-DBEA-44C9-B51D-35518C74A245}">
      <dsp:nvSpPr>
        <dsp:cNvPr id="0" name=""/>
        <dsp:cNvSpPr/>
      </dsp:nvSpPr>
      <dsp:spPr>
        <a:xfrm>
          <a:off x="1491744" y="1617204"/>
          <a:ext cx="3703320" cy="129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89" tIns="136689" rIns="136689" bIns="1366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PostgreSQL:</a:t>
          </a:r>
        </a:p>
      </dsp:txBody>
      <dsp:txXfrm>
        <a:off x="1491744" y="1617204"/>
        <a:ext cx="3703320" cy="1291554"/>
      </dsp:txXfrm>
    </dsp:sp>
    <dsp:sp modelId="{42A81B01-5750-4C80-9536-05A66BE5F674}">
      <dsp:nvSpPr>
        <dsp:cNvPr id="0" name=""/>
        <dsp:cNvSpPr/>
      </dsp:nvSpPr>
      <dsp:spPr>
        <a:xfrm>
          <a:off x="5195064" y="1617204"/>
          <a:ext cx="3033076" cy="129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89" tIns="136689" rIns="136689" bIns="13668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`org.postgresql.Driver`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jdbc:postgresql://host:5432/db</a:t>
          </a:r>
        </a:p>
      </dsp:txBody>
      <dsp:txXfrm>
        <a:off x="5195064" y="1617204"/>
        <a:ext cx="3033076" cy="1291554"/>
      </dsp:txXfrm>
    </dsp:sp>
    <dsp:sp modelId="{6C6786D1-8464-4BEB-8F24-5C8440690501}">
      <dsp:nvSpPr>
        <dsp:cNvPr id="0" name=""/>
        <dsp:cNvSpPr/>
      </dsp:nvSpPr>
      <dsp:spPr>
        <a:xfrm>
          <a:off x="0" y="3231647"/>
          <a:ext cx="8229600" cy="129155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C5B1E-D92C-49A0-8BED-B46784A85C94}">
      <dsp:nvSpPr>
        <dsp:cNvPr id="0" name=""/>
        <dsp:cNvSpPr/>
      </dsp:nvSpPr>
      <dsp:spPr>
        <a:xfrm>
          <a:off x="390695" y="3522246"/>
          <a:ext cx="710354" cy="7103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EFAB2-5E7C-408D-87FF-84838DBADB85}">
      <dsp:nvSpPr>
        <dsp:cNvPr id="0" name=""/>
        <dsp:cNvSpPr/>
      </dsp:nvSpPr>
      <dsp:spPr>
        <a:xfrm>
          <a:off x="1491744" y="3231647"/>
          <a:ext cx="3703320" cy="129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89" tIns="136689" rIns="136689" bIns="1366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Oracle:</a:t>
          </a:r>
        </a:p>
      </dsp:txBody>
      <dsp:txXfrm>
        <a:off x="1491744" y="3231647"/>
        <a:ext cx="3703320" cy="1291554"/>
      </dsp:txXfrm>
    </dsp:sp>
    <dsp:sp modelId="{908AB84B-E045-437C-B1B1-7756DADBB3C2}">
      <dsp:nvSpPr>
        <dsp:cNvPr id="0" name=""/>
        <dsp:cNvSpPr/>
      </dsp:nvSpPr>
      <dsp:spPr>
        <a:xfrm>
          <a:off x="5195064" y="3231647"/>
          <a:ext cx="3033076" cy="1291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689" tIns="136689" rIns="136689" bIns="13668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`oracle.jdbc.OracleDriver`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jdbc:oracle:thin:@//host:1521/servicename</a:t>
          </a:r>
        </a:p>
      </dsp:txBody>
      <dsp:txXfrm>
        <a:off x="5195064" y="3231647"/>
        <a:ext cx="3033076" cy="12915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9BBDD-3C79-4FF5-9F54-34CCD3A7C928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E3647-A02C-4D1F-9404-1061E2C4A2E6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ALWAYS use PreparedStatement (no string concatenation)</a:t>
          </a:r>
        </a:p>
      </dsp:txBody>
      <dsp:txXfrm>
        <a:off x="2367950" y="516132"/>
        <a:ext cx="1592793" cy="1592793"/>
      </dsp:txXfrm>
    </dsp:sp>
    <dsp:sp modelId="{2726075F-1EE0-4CF8-AF39-3AF431499016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Secrets via env/vaults, not hard-coded</a:t>
          </a:r>
        </a:p>
      </dsp:txBody>
      <dsp:txXfrm>
        <a:off x="4268855" y="516132"/>
        <a:ext cx="1592793" cy="1592793"/>
      </dsp:txXfrm>
    </dsp:sp>
    <dsp:sp modelId="{57231BC5-1642-4836-8637-1A4318338684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Close resources (try-with-resources)</a:t>
          </a:r>
        </a:p>
      </dsp:txBody>
      <dsp:txXfrm>
        <a:off x="2367950" y="2417036"/>
        <a:ext cx="1592793" cy="1592793"/>
      </dsp:txXfrm>
    </dsp:sp>
    <dsp:sp modelId="{2F97F4EF-76E1-4BBD-AB52-3527BB8B8AA7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Set timezone/SSL parameters in JDBC URL as needed</a:t>
          </a:r>
        </a:p>
      </dsp:txBody>
      <dsp:txXfrm>
        <a:off x="4268855" y="2417036"/>
        <a:ext cx="1592793" cy="15927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964BB-7A6A-4F1F-BA75-62010CF02F6B}">
      <dsp:nvSpPr>
        <dsp:cNvPr id="0" name=""/>
        <dsp:cNvSpPr/>
      </dsp:nvSpPr>
      <dsp:spPr>
        <a:xfrm>
          <a:off x="591880" y="1244639"/>
          <a:ext cx="636398" cy="6363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F2138-DF87-4BCD-9A9D-C43CAB6AF7DB}">
      <dsp:nvSpPr>
        <dsp:cNvPr id="0" name=""/>
        <dsp:cNvSpPr/>
      </dsp:nvSpPr>
      <dsp:spPr>
        <a:xfrm>
          <a:off x="938" y="1968615"/>
          <a:ext cx="1818281" cy="434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No suitable driver</a:t>
          </a:r>
        </a:p>
      </dsp:txBody>
      <dsp:txXfrm>
        <a:off x="938" y="1968615"/>
        <a:ext cx="1818281" cy="434682"/>
      </dsp:txXfrm>
    </dsp:sp>
    <dsp:sp modelId="{07B14DD2-9FFA-4A04-8176-B555C44CBF80}">
      <dsp:nvSpPr>
        <dsp:cNvPr id="0" name=""/>
        <dsp:cNvSpPr/>
      </dsp:nvSpPr>
      <dsp:spPr>
        <a:xfrm>
          <a:off x="938" y="2444032"/>
          <a:ext cx="1818281" cy="837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→ Add JDBC driver JAR / check URL</a:t>
          </a:r>
        </a:p>
      </dsp:txBody>
      <dsp:txXfrm>
        <a:off x="938" y="2444032"/>
        <a:ext cx="1818281" cy="837291"/>
      </dsp:txXfrm>
    </dsp:sp>
    <dsp:sp modelId="{9C191DB9-A3C4-458A-B741-7C925A59D9BC}">
      <dsp:nvSpPr>
        <dsp:cNvPr id="0" name=""/>
        <dsp:cNvSpPr/>
      </dsp:nvSpPr>
      <dsp:spPr>
        <a:xfrm>
          <a:off x="2728360" y="1244639"/>
          <a:ext cx="636398" cy="6363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1F99F-BEE1-4BFB-BB63-BE74A0BCD2E4}">
      <dsp:nvSpPr>
        <dsp:cNvPr id="0" name=""/>
        <dsp:cNvSpPr/>
      </dsp:nvSpPr>
      <dsp:spPr>
        <a:xfrm>
          <a:off x="2137419" y="1968615"/>
          <a:ext cx="1818281" cy="434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Communications link failure</a:t>
          </a:r>
        </a:p>
      </dsp:txBody>
      <dsp:txXfrm>
        <a:off x="2137419" y="1968615"/>
        <a:ext cx="1818281" cy="434682"/>
      </dsp:txXfrm>
    </dsp:sp>
    <dsp:sp modelId="{A8305940-921A-43C9-9C1D-862F4257FFBB}">
      <dsp:nvSpPr>
        <dsp:cNvPr id="0" name=""/>
        <dsp:cNvSpPr/>
      </dsp:nvSpPr>
      <dsp:spPr>
        <a:xfrm>
          <a:off x="2137419" y="2444032"/>
          <a:ext cx="1818281" cy="837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→ DB host/port/firewall</a:t>
          </a:r>
        </a:p>
      </dsp:txBody>
      <dsp:txXfrm>
        <a:off x="2137419" y="2444032"/>
        <a:ext cx="1818281" cy="837291"/>
      </dsp:txXfrm>
    </dsp:sp>
    <dsp:sp modelId="{DD809CC6-3CC1-4F09-9C7A-225A455DD51A}">
      <dsp:nvSpPr>
        <dsp:cNvPr id="0" name=""/>
        <dsp:cNvSpPr/>
      </dsp:nvSpPr>
      <dsp:spPr>
        <a:xfrm>
          <a:off x="4864841" y="1244639"/>
          <a:ext cx="636398" cy="6363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AFC30-621A-4208-95EE-0DC084B40840}">
      <dsp:nvSpPr>
        <dsp:cNvPr id="0" name=""/>
        <dsp:cNvSpPr/>
      </dsp:nvSpPr>
      <dsp:spPr>
        <a:xfrm>
          <a:off x="4273899" y="1968615"/>
          <a:ext cx="1818281" cy="434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Timezone/SSL warnings</a:t>
          </a:r>
        </a:p>
      </dsp:txBody>
      <dsp:txXfrm>
        <a:off x="4273899" y="1968615"/>
        <a:ext cx="1818281" cy="434682"/>
      </dsp:txXfrm>
    </dsp:sp>
    <dsp:sp modelId="{082DA545-6991-4E11-996E-AD8047765D92}">
      <dsp:nvSpPr>
        <dsp:cNvPr id="0" name=""/>
        <dsp:cNvSpPr/>
      </dsp:nvSpPr>
      <dsp:spPr>
        <a:xfrm>
          <a:off x="4273899" y="2444032"/>
          <a:ext cx="1818281" cy="837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→ Add serverTimezone/SSL params</a:t>
          </a:r>
        </a:p>
      </dsp:txBody>
      <dsp:txXfrm>
        <a:off x="4273899" y="2444032"/>
        <a:ext cx="1818281" cy="837291"/>
      </dsp:txXfrm>
    </dsp:sp>
    <dsp:sp modelId="{7FE7FD7A-0F00-4E71-8256-4353DC9CF377}">
      <dsp:nvSpPr>
        <dsp:cNvPr id="0" name=""/>
        <dsp:cNvSpPr/>
      </dsp:nvSpPr>
      <dsp:spPr>
        <a:xfrm>
          <a:off x="7001321" y="1244639"/>
          <a:ext cx="636398" cy="6363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DD447-57FB-4183-B099-DD4051E7DAFC}">
      <dsp:nvSpPr>
        <dsp:cNvPr id="0" name=""/>
        <dsp:cNvSpPr/>
      </dsp:nvSpPr>
      <dsp:spPr>
        <a:xfrm>
          <a:off x="6410380" y="1968615"/>
          <a:ext cx="1818281" cy="434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Batch too large</a:t>
          </a:r>
        </a:p>
      </dsp:txBody>
      <dsp:txXfrm>
        <a:off x="6410380" y="1968615"/>
        <a:ext cx="1818281" cy="434682"/>
      </dsp:txXfrm>
    </dsp:sp>
    <dsp:sp modelId="{BBF77306-8B5F-4A01-B719-2AAD86E0F968}">
      <dsp:nvSpPr>
        <dsp:cNvPr id="0" name=""/>
        <dsp:cNvSpPr/>
      </dsp:nvSpPr>
      <dsp:spPr>
        <a:xfrm>
          <a:off x="6410380" y="2444032"/>
          <a:ext cx="1818281" cy="837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→ Reduce batch size / tune driver</a:t>
          </a:r>
        </a:p>
      </dsp:txBody>
      <dsp:txXfrm>
        <a:off x="6410380" y="2444032"/>
        <a:ext cx="1818281" cy="83729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F81C6-8ED4-4361-8058-F9145CA3F428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2131F-1F32-439D-AF6F-C87FCE88BDEB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D7433D-9533-43A7-84AD-5586F15C5FC3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JDBC: full SQL control, small modules, batch jobs</a:t>
          </a:r>
        </a:p>
      </dsp:txBody>
      <dsp:txXfrm>
        <a:off x="1493203" y="552"/>
        <a:ext cx="6736396" cy="1292816"/>
      </dsp:txXfrm>
    </dsp:sp>
    <dsp:sp modelId="{0C511409-DE47-4A6D-9E2F-91ACD369D7B3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68DB9-45DA-4BAC-824B-32A63D7099B2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7B259-782F-4AD5-B573-032747C3CC6F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ORM (Hibernate/JPA): faster dev for complex domains</a:t>
          </a:r>
        </a:p>
      </dsp:txBody>
      <dsp:txXfrm>
        <a:off x="1493203" y="1616573"/>
        <a:ext cx="6736396" cy="1292816"/>
      </dsp:txXfrm>
    </dsp:sp>
    <dsp:sp modelId="{B9C6DA39-AC63-4829-B456-4AA07DA6FBEA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B1454F-A270-4F33-8B9D-51F67AD75D0F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894977-9077-4704-9CF5-2718D8F69EF0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Hybrid: ORM + tuned JDBC for hot paths</a:t>
          </a:r>
        </a:p>
      </dsp:txBody>
      <dsp:txXfrm>
        <a:off x="1493203" y="3232593"/>
        <a:ext cx="6736396" cy="12928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36628-3207-4C27-81EA-72D33567495B}">
      <dsp:nvSpPr>
        <dsp:cNvPr id="0" name=""/>
        <dsp:cNvSpPr/>
      </dsp:nvSpPr>
      <dsp:spPr>
        <a:xfrm>
          <a:off x="0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PreparedStatement everywhere</a:t>
          </a:r>
        </a:p>
      </dsp:txBody>
      <dsp:txXfrm>
        <a:off x="0" y="591343"/>
        <a:ext cx="2571749" cy="1543050"/>
      </dsp:txXfrm>
    </dsp:sp>
    <dsp:sp modelId="{8A15592D-3D59-4576-84A9-37FDE838C948}">
      <dsp:nvSpPr>
        <dsp:cNvPr id="0" name=""/>
        <dsp:cNvSpPr/>
      </dsp:nvSpPr>
      <dsp:spPr>
        <a:xfrm>
          <a:off x="2828925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Connection pools in prod (HikariCP)</a:t>
          </a:r>
        </a:p>
      </dsp:txBody>
      <dsp:txXfrm>
        <a:off x="2828925" y="591343"/>
        <a:ext cx="2571749" cy="1543050"/>
      </dsp:txXfrm>
    </dsp:sp>
    <dsp:sp modelId="{D4E85255-40F5-49D4-A4F9-14913457FD1C}">
      <dsp:nvSpPr>
        <dsp:cNvPr id="0" name=""/>
        <dsp:cNvSpPr/>
      </dsp:nvSpPr>
      <dsp:spPr>
        <a:xfrm>
          <a:off x="5657849" y="591343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try-with-resources for all JDBC objects</a:t>
          </a:r>
        </a:p>
      </dsp:txBody>
      <dsp:txXfrm>
        <a:off x="5657849" y="591343"/>
        <a:ext cx="2571749" cy="1543050"/>
      </dsp:txXfrm>
    </dsp:sp>
    <dsp:sp modelId="{79120062-8AC5-4F18-840C-EE2DC390B9B8}">
      <dsp:nvSpPr>
        <dsp:cNvPr id="0" name=""/>
        <dsp:cNvSpPr/>
      </dsp:nvSpPr>
      <dsp:spPr>
        <a:xfrm>
          <a:off x="1414462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Explicit transactions for multi-step changes</a:t>
          </a:r>
        </a:p>
      </dsp:txBody>
      <dsp:txXfrm>
        <a:off x="1414462" y="2391569"/>
        <a:ext cx="2571749" cy="1543050"/>
      </dsp:txXfrm>
    </dsp:sp>
    <dsp:sp modelId="{4FA21FAC-C041-4A95-8FD3-651DCA99E0F1}">
      <dsp:nvSpPr>
        <dsp:cNvPr id="0" name=""/>
        <dsp:cNvSpPr/>
      </dsp:nvSpPr>
      <dsp:spPr>
        <a:xfrm>
          <a:off x="4243387" y="2391569"/>
          <a:ext cx="2571749" cy="15430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Log SQL + timings; add proper indexes</a:t>
          </a:r>
        </a:p>
      </dsp:txBody>
      <dsp:txXfrm>
        <a:off x="4243387" y="2391569"/>
        <a:ext cx="2571749" cy="1543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27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Welcome! We’ll refresh JDBC fundamentals and modern best practices in 60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 and pace: beginner–intermediate brush-up.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Java basics, SQL basics, and a running DB server (MySQL/Postgres/Oracle).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simple: JDBC is the standard bridge between Java and RDBMS.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both models; most enterprise apps use a DataSource with pooling.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4E395-13CF-8C61-556B-A5960F2A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B409F0-9368-7F62-1197-193697283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6E5CB-758E-4331-FDA1-84FE37717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both models; most enterprise apps use a DataSource with pooling.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D3753-36F9-7FDE-21C2-A05255E2A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73676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 Type 4 drivers for modern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JDBC 4+ auto-loads drivers via ServiceLoader. Try-with-resources closes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modern flow: getConnection → PreparedStatement → ResultSet → close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PreparedStatement for safety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cursor and column access by name vs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Turn off autocommit for multi-step changes; commit on success, rollback on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Reduce round-trips by batching similar DML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Useful for tooling/generators and generic utilities.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Available, but many apps prefer explicit SQL/ORM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DataSource with pooling (HikariCP etc.) for performance. In app servers, access via JNDI.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this as a handy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SQL injection prevention and proper secret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8412-0391-E569-3801-1B117C33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E28A7-032C-65EA-0173-9A7976D6C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5BAB4-14CF-4843-D10B-46611C443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narrated demo: read &gt; insert &gt; update+rollback.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D3993-1821-4480-BD6E-9A58F18AD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10811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9FDF-EFC5-18CD-6A4B-298DC00C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B2770F-50B1-E190-5890-9845DFAB5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3F4F2-FE59-38CF-CABB-5C31D80DC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narrated demo: read &gt; insert &gt; update+rollback.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DBE23-6603-1D6A-6B1E-1A293677F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98694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AD4C5-8D84-1598-C652-46797D35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FAB13-FF4B-1720-838F-1EE3B8391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01B24-47CD-E5E4-3244-F5958D3FD5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narrated demo: read &gt; insert &gt; update+rollback.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4F9FF-C28E-DD37-069E-24EE429EA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936541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List the frequent gotchas and quick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 pragmatic hybrid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quick end-to-end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audience;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646" y="2466464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IN" sz="3200" dirty="0">
                <a:solidFill>
                  <a:schemeClr val="tx2"/>
                </a:solidFill>
              </a:rPr>
              <a:t>JDBC: Java Database Connectivity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77875" y="3423023"/>
            <a:ext cx="3604268" cy="838831"/>
          </a:xfrm>
        </p:spPr>
        <p:txBody>
          <a:bodyPr anchor="b">
            <a:normAutofit lnSpcReduction="10000"/>
          </a:bodyPr>
          <a:lstStyle/>
          <a:p>
            <a:pPr algn="l">
              <a:lnSpc>
                <a:spcPct val="90000"/>
              </a:lnSpc>
            </a:pPr>
            <a:r>
              <a:rPr lang="en-IN" sz="2000" dirty="0">
                <a:solidFill>
                  <a:schemeClr val="accent6"/>
                </a:solidFill>
              </a:rPr>
              <a:t>Connect Java apps to relational databases safely &amp; efficiently</a:t>
            </a:r>
          </a:p>
          <a:p>
            <a:pPr algn="l">
              <a:lnSpc>
                <a:spcPct val="90000"/>
              </a:lnSpc>
            </a:pPr>
            <a:r>
              <a:rPr lang="en-IN" sz="1600" dirty="0">
                <a:solidFill>
                  <a:schemeClr val="tx2"/>
                </a:solidFill>
              </a:rPr>
              <a:t>Presenter: Samiksha Suhas Asodekar</a:t>
            </a:r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486876BE-B62F-1891-8A87-0CAE79BBD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16849A-2C8F-1CD9-211E-F1BBDE1627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BEE1D8-B85A-C8D2-FB2B-02229E2C2720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24622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-- Read</a:t>
            </a: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SELECT </a:t>
            </a:r>
            <a:r>
              <a:rPr lang="en-US" dirty="0" err="1">
                <a:solidFill>
                  <a:schemeClr val="bg1"/>
                </a:solidFill>
              </a:rPr>
              <a:t>id,name</a:t>
            </a:r>
            <a:r>
              <a:rPr lang="en-US" dirty="0">
                <a:solidFill>
                  <a:schemeClr val="bg1"/>
                </a:solidFill>
              </a:rPr>
              <a:t> FROM users WHERE city='Pune' ORDER BY id DESC;</a:t>
            </a:r>
          </a:p>
          <a:p>
            <a:pPr>
              <a:defRPr sz="1400"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-- Insert</a:t>
            </a: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INSERT INTO users(</a:t>
            </a:r>
            <a:r>
              <a:rPr lang="en-US" dirty="0" err="1">
                <a:solidFill>
                  <a:schemeClr val="bg1"/>
                </a:solidFill>
              </a:rPr>
              <a:t>id,name,age</a:t>
            </a:r>
            <a:r>
              <a:rPr lang="en-US" dirty="0">
                <a:solidFill>
                  <a:schemeClr val="bg1"/>
                </a:solidFill>
              </a:rPr>
              <a:t>) VALUES(101,'Sam',23);</a:t>
            </a:r>
          </a:p>
          <a:p>
            <a:pPr>
              <a:defRPr sz="1400"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-- Update</a:t>
            </a: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UPDATE users SET age=24 WHERE id=101;</a:t>
            </a:r>
          </a:p>
          <a:p>
            <a:pPr>
              <a:defRPr sz="1400">
                <a:latin typeface="Courier New"/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-- Delete</a:t>
            </a: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DELETE FROM users WHERE id=101;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2F570-9618-0B64-F702-7E7917EBF55C}"/>
              </a:ext>
            </a:extLst>
          </p:cNvPr>
          <p:cNvSpPr txBox="1"/>
          <p:nvPr/>
        </p:nvSpPr>
        <p:spPr>
          <a:xfrm>
            <a:off x="595285" y="1333000"/>
            <a:ext cx="78354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Java basics (classes, try-with-resources)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SQL basics: </a:t>
            </a:r>
            <a:r>
              <a:rPr lang="en-IN" sz="2400" dirty="0">
                <a:highlight>
                  <a:srgbClr val="C0C0C0"/>
                </a:highlight>
              </a:rPr>
              <a:t>SELECT</a:t>
            </a:r>
            <a:r>
              <a:rPr lang="en-IN" sz="2400" dirty="0"/>
              <a:t>, </a:t>
            </a:r>
            <a:r>
              <a:rPr lang="en-IN" sz="2400" dirty="0">
                <a:highlight>
                  <a:srgbClr val="C0C0C0"/>
                </a:highlight>
              </a:rPr>
              <a:t>INSERT</a:t>
            </a:r>
            <a:r>
              <a:rPr lang="en-IN" sz="2400" dirty="0"/>
              <a:t>, </a:t>
            </a:r>
            <a:r>
              <a:rPr lang="en-IN" sz="2400" dirty="0">
                <a:highlight>
                  <a:srgbClr val="C0C0C0"/>
                </a:highlight>
              </a:rPr>
              <a:t>UPDATE</a:t>
            </a:r>
            <a:r>
              <a:rPr lang="en-IN" sz="2400" dirty="0"/>
              <a:t>, </a:t>
            </a:r>
            <a:r>
              <a:rPr lang="en-IN" sz="2400" dirty="0">
                <a:highlight>
                  <a:srgbClr val="C0C0C0"/>
                </a:highlight>
              </a:rPr>
              <a:t>DELETE</a:t>
            </a:r>
            <a:r>
              <a:rPr lang="en-IN" sz="2400" dirty="0"/>
              <a:t>, </a:t>
            </a:r>
            <a:r>
              <a:rPr lang="en-IN" sz="2400" dirty="0">
                <a:highlight>
                  <a:srgbClr val="C0C0C0"/>
                </a:highlight>
              </a:rPr>
              <a:t>WHERE</a:t>
            </a:r>
            <a:r>
              <a:rPr lang="en-IN" sz="2400" dirty="0"/>
              <a:t>, </a:t>
            </a:r>
            <a:r>
              <a:rPr lang="en-IN" sz="2400" dirty="0">
                <a:highlight>
                  <a:srgbClr val="C0C0C0"/>
                </a:highlight>
              </a:rPr>
              <a:t>JOIN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 DB server installed (MySQL/Postgres/Oracle)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0999BA8-2AB9-5944-14AA-BA692B1B1706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What is JDBC?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C0CB62-5D7E-4082-1107-2BFB09317A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4346AD-30C0-C487-2BE3-AF737511C048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831" y="1243013"/>
            <a:ext cx="3393940" cy="4371974"/>
          </a:xfrm>
        </p:spPr>
        <p:txBody>
          <a:bodyPr>
            <a:normAutofit/>
          </a:bodyPr>
          <a:lstStyle/>
          <a:p>
            <a:r>
              <a:rPr lang="en-IN" sz="3100" dirty="0">
                <a:solidFill>
                  <a:schemeClr val="tx2"/>
                </a:solidFill>
              </a:rPr>
              <a:t>JDBC Architecture (2-tier)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3360" y="804672"/>
            <a:ext cx="4521708" cy="1563624"/>
          </a:xfrm>
        </p:spPr>
        <p:txBody>
          <a:bodyPr anchor="ctr"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highlight>
                  <a:srgbClr val="C0C0C0"/>
                </a:highlight>
              </a:rPr>
              <a:t>2-tier:</a:t>
            </a:r>
          </a:p>
          <a:p>
            <a:pPr lvl="1"/>
            <a:r>
              <a:rPr lang="en-IN" sz="2000" dirty="0">
                <a:solidFill>
                  <a:schemeClr val="tx2"/>
                </a:solidFill>
              </a:rPr>
              <a:t>App → JDBC API → Driver → DB</a:t>
            </a:r>
          </a:p>
          <a:p>
            <a:pPr marL="457200" lvl="1" indent="0">
              <a:buNone/>
            </a:pP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7DA4F143-D332-3243-32DE-A9A6DEA1B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3974" y="2212848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F1F35-0E52-EAF2-4F35-3D9E0078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785EE3-DFC1-8972-C349-5526E7AB8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7DF2E2-FA8F-68E1-7B9B-19FC15B83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413403-BAC9-4803-A891-001E39281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7E5023-59FF-73C8-111B-5ABC5088E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351F3CF-6949-54BA-37AB-20BDD0075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E03689-E284-2A4B-50AD-0553AC9CD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7962E-83E1-D5F4-48DE-94BB1A0AA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321623-B45B-3111-658E-183D4D5B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42" y="1243013"/>
            <a:ext cx="3411317" cy="4371974"/>
          </a:xfrm>
        </p:spPr>
        <p:txBody>
          <a:bodyPr>
            <a:normAutofit/>
          </a:bodyPr>
          <a:lstStyle/>
          <a:p>
            <a:r>
              <a:rPr lang="en-IN" sz="3100" dirty="0">
                <a:solidFill>
                  <a:schemeClr val="tx2"/>
                </a:solidFill>
              </a:rPr>
              <a:t>JDBC Architecture (3-tier)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9E900-4180-3613-4EB4-C5B01918D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0" y="545950"/>
            <a:ext cx="4521708" cy="1572768"/>
          </a:xfrm>
        </p:spPr>
        <p:txBody>
          <a:bodyPr anchor="ctr">
            <a:normAutofit lnSpcReduction="10000"/>
          </a:bodyPr>
          <a:lstStyle/>
          <a:p>
            <a:pPr marL="457200" lvl="1" indent="0">
              <a:buNone/>
            </a:pPr>
            <a:endParaRPr lang="en-IN" dirty="0">
              <a:solidFill>
                <a:schemeClr val="tx2"/>
              </a:solidFill>
            </a:endParaRPr>
          </a:p>
          <a:p>
            <a:r>
              <a:rPr lang="en-IN" sz="2800" dirty="0">
                <a:solidFill>
                  <a:schemeClr val="tx2"/>
                </a:solidFill>
                <a:highlight>
                  <a:srgbClr val="C0C0C0"/>
                </a:highlight>
              </a:rPr>
              <a:t>3-tier:</a:t>
            </a:r>
          </a:p>
          <a:p>
            <a:pPr lvl="1"/>
            <a:r>
              <a:rPr lang="en-IN" sz="2000" dirty="0">
                <a:solidFill>
                  <a:schemeClr val="tx2"/>
                </a:solidFill>
              </a:rPr>
              <a:t>App → JDBC → App Server(</a:t>
            </a:r>
            <a:r>
              <a:rPr lang="en-IN" sz="2000" dirty="0" err="1">
                <a:solidFill>
                  <a:schemeClr val="tx2"/>
                </a:solidFill>
              </a:rPr>
              <a:t>DataSource</a:t>
            </a:r>
            <a:r>
              <a:rPr lang="en-IN" sz="2000" dirty="0">
                <a:solidFill>
                  <a:schemeClr val="tx2"/>
                </a:solidFill>
              </a:rPr>
              <a:t>/JNDI) → DB</a:t>
            </a:r>
          </a:p>
        </p:txBody>
      </p:sp>
      <p:pic>
        <p:nvPicPr>
          <p:cNvPr id="5" name="Picture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BFE45906-23C1-71D0-7071-EFBB70308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269" y="2467165"/>
            <a:ext cx="3759889" cy="375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3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Types (use Type 4 today)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465B0D-5CBD-5420-17DB-AF7F02CD62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Modern Driver Loading (JDBC 4+)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4186"/>
            <a:ext cx="8229600" cy="141577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// Driver on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classpath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(e.g., MySQL: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mysql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-connector-j)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// Auto-registered via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ServiceLoader</a:t>
            </a:r>
            <a:endParaRPr lang="en-IN" sz="12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try (Connection con = 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DriverManager.getConnection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"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jdbc:mysql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://localhost:3306/</a:t>
            </a:r>
            <a:r>
              <a:rPr lang="en-IN" sz="1200" dirty="0" err="1">
                <a:solidFill>
                  <a:schemeClr val="bg1"/>
                </a:solidFill>
                <a:latin typeface="Consolas" panose="020B0609020204030204" pitchFamily="49" charset="0"/>
              </a:rPr>
              <a:t>shop?useSSL</a:t>
            </a: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=false",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       "root", "root")) {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    // use con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sz="12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C7B14A-F86D-8BD7-DDF7-078921C0E85E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749270-6F46-05C9-B6BB-FE57C0B5AFE2}"/>
              </a:ext>
            </a:extLst>
          </p:cNvPr>
          <p:cNvSpPr txBox="1"/>
          <p:nvPr/>
        </p:nvSpPr>
        <p:spPr>
          <a:xfrm>
            <a:off x="530352" y="1572768"/>
            <a:ext cx="74706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dirty="0"/>
              <a:t>Since J</a:t>
            </a:r>
            <a:r>
              <a:rPr lang="en-US" altLang="en-US" sz="2400" b="1" dirty="0"/>
              <a:t>DBC 4.0 (Java 6+)</a:t>
            </a:r>
            <a:r>
              <a:rPr lang="en-US" altLang="en-US" sz="2400" dirty="0"/>
              <a:t>, you </a:t>
            </a:r>
            <a:r>
              <a:rPr lang="en-US" altLang="en-US" sz="2400" b="1" dirty="0"/>
              <a:t>no longer need</a:t>
            </a:r>
            <a:r>
              <a:rPr lang="en-US" altLang="en-US" sz="2400" dirty="0"/>
              <a:t> to explicitly load the driver using </a:t>
            </a:r>
            <a:r>
              <a:rPr lang="en-US" altLang="en-US" sz="2400" dirty="0" err="1">
                <a:highlight>
                  <a:srgbClr val="C0C0C0"/>
                </a:highlight>
              </a:rPr>
              <a:t>Class.forName</a:t>
            </a:r>
            <a:r>
              <a:rPr lang="en-US" altLang="en-US" sz="2400" dirty="0">
                <a:highlight>
                  <a:srgbClr val="C0C0C0"/>
                </a:highlight>
              </a:rPr>
              <a:t>(...)</a:t>
            </a:r>
            <a:r>
              <a:rPr lang="en-US" altLang="en-US" sz="2400" dirty="0"/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Drivers are </a:t>
            </a:r>
            <a:r>
              <a:rPr lang="en-US" altLang="en-US" sz="2400" b="1" dirty="0"/>
              <a:t>auto-loaded</a:t>
            </a:r>
            <a:r>
              <a:rPr lang="en-US" altLang="en-US" sz="2400" dirty="0"/>
              <a:t> via the </a:t>
            </a:r>
            <a:r>
              <a:rPr lang="en-US" altLang="en-US" sz="2400" b="1" dirty="0"/>
              <a:t>Java Service Provider Interface</a:t>
            </a:r>
            <a:r>
              <a:rPr lang="en-US" altLang="en-US" sz="2400" dirty="0"/>
              <a:t> (</a:t>
            </a:r>
            <a:r>
              <a:rPr lang="en-US" altLang="en-US" sz="2400" dirty="0" err="1"/>
              <a:t>ServiceLoader</a:t>
            </a:r>
            <a:r>
              <a:rPr lang="en-US" altLang="en-US" sz="2400" dirty="0"/>
              <a:t>) when they are on the </a:t>
            </a:r>
            <a:r>
              <a:rPr lang="en-US" altLang="en-US" sz="2400" dirty="0" err="1"/>
              <a:t>classpath</a:t>
            </a:r>
            <a:r>
              <a:rPr lang="en-US" altLang="en-US" sz="2400" dirty="0"/>
              <a:t> (e.g., as a JAR dependency).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It's still technically OK to use </a:t>
            </a:r>
            <a:r>
              <a:rPr lang="en-US" altLang="en-US" sz="2400" dirty="0" err="1">
                <a:highlight>
                  <a:srgbClr val="C0C0C0"/>
                </a:highlight>
              </a:rPr>
              <a:t>Class.forName</a:t>
            </a:r>
            <a:r>
              <a:rPr lang="en-US" altLang="en-US" sz="2400" dirty="0">
                <a:highlight>
                  <a:srgbClr val="C0C0C0"/>
                </a:highlight>
              </a:rPr>
              <a:t>()</a:t>
            </a:r>
            <a:r>
              <a:rPr lang="en-US" altLang="en-US" sz="2400" dirty="0"/>
              <a:t>, but it's unnecessary noise in modern code.</a:t>
            </a:r>
          </a:p>
          <a:p>
            <a:r>
              <a:rPr lang="en-IN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dirty="0"/>
              <a:t>Connect</a:t>
            </a:r>
            <a:r>
              <a:rPr lang="en-IN" dirty="0"/>
              <a:t>ion Steps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8708"/>
            <a:ext cx="80101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/>
            </a:pPr>
            <a:r>
              <a:rPr lang="en-US" altLang="en-US" sz="2400" b="1" dirty="0">
                <a:latin typeface="Google Sans Text"/>
              </a:rPr>
              <a:t>Old Mental Model:</a:t>
            </a:r>
            <a:endParaRPr lang="en-US" altLang="en-US" sz="2400" dirty="0"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Google Sans Text"/>
              </a:rPr>
              <a:t>Load Driver -&gt; URL -&gt; Connect -&gt; Create Statement -&gt; Execute     -&gt;Close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Google Sans Text"/>
              </a:rPr>
              <a:t>Modern Code: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600" i="1"/>
            </a:pP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113929"/>
            <a:ext cx="8229600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String </a:t>
            </a:r>
            <a:r>
              <a:rPr lang="en-IN" sz="1200" dirty="0" err="1">
                <a:solidFill>
                  <a:schemeClr val="bg1"/>
                </a:solidFill>
              </a:rPr>
              <a:t>url</a:t>
            </a:r>
            <a:r>
              <a:rPr lang="en-IN" sz="1200" dirty="0">
                <a:solidFill>
                  <a:schemeClr val="bg1"/>
                </a:solidFill>
              </a:rPr>
              <a:t> = "</a:t>
            </a:r>
            <a:r>
              <a:rPr lang="en-IN" sz="1200" dirty="0" err="1">
                <a:solidFill>
                  <a:schemeClr val="bg1"/>
                </a:solidFill>
              </a:rPr>
              <a:t>jdbc:mysql</a:t>
            </a:r>
            <a:r>
              <a:rPr lang="en-IN" sz="1200" dirty="0">
                <a:solidFill>
                  <a:schemeClr val="bg1"/>
                </a:solidFill>
              </a:rPr>
              <a:t>://localhost:3306/shop";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try (Connection con = </a:t>
            </a:r>
            <a:r>
              <a:rPr lang="en-IN" sz="1200" dirty="0" err="1">
                <a:solidFill>
                  <a:schemeClr val="bg1"/>
                </a:solidFill>
              </a:rPr>
              <a:t>DriverManager.getConnection</a:t>
            </a:r>
            <a:r>
              <a:rPr lang="en-IN" sz="1200" dirty="0">
                <a:solidFill>
                  <a:schemeClr val="bg1"/>
                </a:solidFill>
              </a:rPr>
              <a:t>(</a:t>
            </a:r>
            <a:r>
              <a:rPr lang="en-IN" sz="1200" dirty="0" err="1">
                <a:solidFill>
                  <a:schemeClr val="bg1"/>
                </a:solidFill>
              </a:rPr>
              <a:t>url</a:t>
            </a:r>
            <a:r>
              <a:rPr lang="en-IN" sz="1200" dirty="0">
                <a:solidFill>
                  <a:schemeClr val="bg1"/>
                </a:solidFill>
              </a:rPr>
              <a:t>, "root", "root");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     </a:t>
            </a:r>
            <a:r>
              <a:rPr lang="en-IN" sz="1200" dirty="0" err="1">
                <a:solidFill>
                  <a:schemeClr val="bg1"/>
                </a:solidFill>
              </a:rPr>
              <a:t>PreparedStatement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dirty="0" err="1">
                <a:solidFill>
                  <a:schemeClr val="bg1"/>
                </a:solidFill>
              </a:rPr>
              <a:t>ps</a:t>
            </a:r>
            <a:r>
              <a:rPr lang="en-IN" sz="1200" dirty="0">
                <a:solidFill>
                  <a:schemeClr val="bg1"/>
                </a:solidFill>
              </a:rPr>
              <a:t> = </a:t>
            </a:r>
            <a:r>
              <a:rPr lang="en-IN" sz="1200" dirty="0" err="1">
                <a:solidFill>
                  <a:schemeClr val="bg1"/>
                </a:solidFill>
              </a:rPr>
              <a:t>con.prepareStatement</a:t>
            </a:r>
            <a:r>
              <a:rPr lang="en-IN" sz="1200" dirty="0">
                <a:solidFill>
                  <a:schemeClr val="bg1"/>
                </a:solidFill>
              </a:rPr>
              <a:t>(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         "SELECT </a:t>
            </a:r>
            <a:r>
              <a:rPr lang="en-IN" sz="1200" dirty="0" err="1">
                <a:solidFill>
                  <a:schemeClr val="bg1"/>
                </a:solidFill>
              </a:rPr>
              <a:t>id,name,price</a:t>
            </a:r>
            <a:r>
              <a:rPr lang="en-IN" sz="1200" dirty="0">
                <a:solidFill>
                  <a:schemeClr val="bg1"/>
                </a:solidFill>
              </a:rPr>
              <a:t> FROM product WHERE price &gt; ?")) {</a:t>
            </a:r>
          </a:p>
          <a:p>
            <a:pPr>
              <a:defRPr sz="1400">
                <a:latin typeface="Courier New"/>
              </a:defRPr>
            </a:pPr>
            <a:endParaRPr lang="en-IN" sz="1200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    </a:t>
            </a:r>
            <a:r>
              <a:rPr lang="en-IN" sz="1200" dirty="0" err="1">
                <a:solidFill>
                  <a:schemeClr val="bg1"/>
                </a:solidFill>
              </a:rPr>
              <a:t>ps.setBigDecimal</a:t>
            </a:r>
            <a:r>
              <a:rPr lang="en-IN" sz="1200" dirty="0">
                <a:solidFill>
                  <a:schemeClr val="bg1"/>
                </a:solidFill>
              </a:rPr>
              <a:t>(1, new </a:t>
            </a:r>
            <a:r>
              <a:rPr lang="en-IN" sz="1200" dirty="0" err="1">
                <a:solidFill>
                  <a:schemeClr val="bg1"/>
                </a:solidFill>
              </a:rPr>
              <a:t>BigDecimal</a:t>
            </a:r>
            <a:r>
              <a:rPr lang="en-IN" sz="1200" dirty="0">
                <a:solidFill>
                  <a:schemeClr val="bg1"/>
                </a:solidFill>
              </a:rPr>
              <a:t>("100.00"));</a:t>
            </a:r>
          </a:p>
          <a:p>
            <a:pPr>
              <a:defRPr sz="1400">
                <a:latin typeface="Courier New"/>
              </a:defRPr>
            </a:pPr>
            <a:endParaRPr lang="en-IN" sz="1200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    try (</a:t>
            </a:r>
            <a:r>
              <a:rPr lang="en-IN" sz="1200" dirty="0" err="1">
                <a:solidFill>
                  <a:schemeClr val="bg1"/>
                </a:solidFill>
              </a:rPr>
              <a:t>ResultSet</a:t>
            </a:r>
            <a:r>
              <a:rPr lang="en-IN" sz="1200" dirty="0">
                <a:solidFill>
                  <a:schemeClr val="bg1"/>
                </a:solidFill>
              </a:rPr>
              <a:t> </a:t>
            </a:r>
            <a:r>
              <a:rPr lang="en-IN" sz="1200" dirty="0" err="1">
                <a:solidFill>
                  <a:schemeClr val="bg1"/>
                </a:solidFill>
              </a:rPr>
              <a:t>rs</a:t>
            </a:r>
            <a:r>
              <a:rPr lang="en-IN" sz="1200" dirty="0">
                <a:solidFill>
                  <a:schemeClr val="bg1"/>
                </a:solidFill>
              </a:rPr>
              <a:t> = </a:t>
            </a:r>
            <a:r>
              <a:rPr lang="en-IN" sz="1200" dirty="0" err="1">
                <a:solidFill>
                  <a:schemeClr val="bg1"/>
                </a:solidFill>
              </a:rPr>
              <a:t>ps.executeQuery</a:t>
            </a:r>
            <a:r>
              <a:rPr lang="en-IN" sz="1200" dirty="0">
                <a:solidFill>
                  <a:schemeClr val="bg1"/>
                </a:solidFill>
              </a:rPr>
              <a:t>()) {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        while (</a:t>
            </a:r>
            <a:r>
              <a:rPr lang="en-IN" sz="1200" dirty="0" err="1">
                <a:solidFill>
                  <a:schemeClr val="bg1"/>
                </a:solidFill>
              </a:rPr>
              <a:t>rs.next</a:t>
            </a:r>
            <a:r>
              <a:rPr lang="en-IN" sz="1200" dirty="0">
                <a:solidFill>
                  <a:schemeClr val="bg1"/>
                </a:solidFill>
              </a:rPr>
              <a:t>()) {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            </a:t>
            </a:r>
            <a:r>
              <a:rPr lang="en-IN" sz="1200" dirty="0" err="1">
                <a:solidFill>
                  <a:schemeClr val="bg1"/>
                </a:solidFill>
              </a:rPr>
              <a:t>System.out.println</a:t>
            </a:r>
            <a:r>
              <a:rPr lang="en-IN" sz="1200" dirty="0">
                <a:solidFill>
                  <a:schemeClr val="bg1"/>
                </a:solidFill>
              </a:rPr>
              <a:t>(</a:t>
            </a:r>
            <a:r>
              <a:rPr lang="en-IN" sz="1200" dirty="0" err="1">
                <a:solidFill>
                  <a:schemeClr val="bg1"/>
                </a:solidFill>
              </a:rPr>
              <a:t>rs.getInt</a:t>
            </a:r>
            <a:r>
              <a:rPr lang="en-IN" sz="1200" dirty="0">
                <a:solidFill>
                  <a:schemeClr val="bg1"/>
                </a:solidFill>
              </a:rPr>
              <a:t>("id") + " " + </a:t>
            </a:r>
            <a:r>
              <a:rPr lang="en-IN" sz="1200" dirty="0" err="1">
                <a:solidFill>
                  <a:schemeClr val="bg1"/>
                </a:solidFill>
              </a:rPr>
              <a:t>rs.getString</a:t>
            </a:r>
            <a:r>
              <a:rPr lang="en-IN" sz="1200" dirty="0">
                <a:solidFill>
                  <a:schemeClr val="bg1"/>
                </a:solidFill>
              </a:rPr>
              <a:t>("name"));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        }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    }</a:t>
            </a:r>
          </a:p>
          <a:p>
            <a:pPr>
              <a:defRPr sz="1400">
                <a:latin typeface="Courier New"/>
              </a:defRPr>
            </a:pPr>
            <a:r>
              <a:rPr lang="en-IN" sz="1200" dirty="0">
                <a:solidFill>
                  <a:schemeClr val="bg1"/>
                </a:solidFill>
              </a:rPr>
              <a:t>}</a:t>
            </a:r>
            <a:endParaRPr sz="12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C1F1C1-9EB2-9545-7B63-5242FE8B5818}"/>
              </a:ext>
            </a:extLst>
          </p:cNvPr>
          <p:cNvCxnSpPr/>
          <p:nvPr/>
        </p:nvCxnSpPr>
        <p:spPr>
          <a:xfrm>
            <a:off x="521208" y="115874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Statement Types — When to use what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7544A9-2F14-BF69-F13F-B08A63929C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1A5494-7E6F-A554-43C0-803EEA8B0DE8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ResultSet</a:t>
            </a:r>
            <a:r>
              <a:rPr dirty="0"/>
              <a:t>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638"/>
            <a:ext cx="8165592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The </a:t>
            </a:r>
            <a:r>
              <a:rPr lang="en-US" altLang="en-US" sz="2400" dirty="0" err="1">
                <a:latin typeface="Arial Unicode MS"/>
              </a:rPr>
              <a:t>ResultSet</a:t>
            </a:r>
            <a:r>
              <a:rPr lang="en-US" altLang="en-US" sz="2400" dirty="0"/>
              <a:t> object holds the data returned by a </a:t>
            </a:r>
            <a:r>
              <a:rPr lang="en-US" altLang="en-US" sz="2400" dirty="0">
                <a:latin typeface="Arial Unicode MS"/>
              </a:rPr>
              <a:t>SELECT</a:t>
            </a:r>
            <a:r>
              <a:rPr lang="en-US" altLang="en-US" sz="2400" dirty="0"/>
              <a:t> query.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It acts as a </a:t>
            </a:r>
            <a:r>
              <a:rPr lang="en-US" altLang="en-US" sz="2400" b="1" dirty="0">
                <a:latin typeface="Arial" panose="020B0604020202020204" pitchFamily="34" charset="0"/>
              </a:rPr>
              <a:t>cursor</a:t>
            </a:r>
            <a:r>
              <a:rPr lang="en-US" altLang="en-US" sz="2400" dirty="0">
                <a:latin typeface="Arial" panose="020B0604020202020204" pitchFamily="34" charset="0"/>
              </a:rPr>
              <a:t> that moves row by row using </a:t>
            </a:r>
            <a:r>
              <a:rPr lang="en-US" altLang="en-US" sz="2400" dirty="0" err="1">
                <a:latin typeface="Arial Unicode MS"/>
              </a:rPr>
              <a:t>rs.next</a:t>
            </a:r>
            <a:r>
              <a:rPr lang="en-US" altLang="en-US" sz="2400" dirty="0">
                <a:latin typeface="Arial Unicode MS"/>
              </a:rPr>
              <a:t>()</a:t>
            </a:r>
            <a:r>
              <a:rPr lang="en-US" altLang="en-US" sz="2400" dirty="0"/>
              <a:t>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Data is read using type-specific methods like </a:t>
            </a:r>
            <a:r>
              <a:rPr lang="en-US" altLang="en-US" sz="2400" dirty="0" err="1">
                <a:latin typeface="Arial Unicode MS"/>
              </a:rPr>
              <a:t>getInt</a:t>
            </a:r>
            <a:r>
              <a:rPr lang="en-US" altLang="en-US" sz="2400" dirty="0">
                <a:latin typeface="Arial Unicode MS"/>
              </a:rPr>
              <a:t>()</a:t>
            </a:r>
            <a:r>
              <a:rPr lang="en-US" altLang="en-US" sz="2400" dirty="0"/>
              <a:t>, </a:t>
            </a:r>
            <a:r>
              <a:rPr lang="en-US" altLang="en-US" sz="2400" dirty="0" err="1">
                <a:latin typeface="Arial Unicode MS"/>
              </a:rPr>
              <a:t>getString</a:t>
            </a:r>
            <a:r>
              <a:rPr lang="en-US" altLang="en-US" sz="2400" dirty="0">
                <a:latin typeface="Arial Unicode MS"/>
              </a:rPr>
              <a:t>()</a:t>
            </a:r>
            <a:r>
              <a:rPr lang="en-US" altLang="en-US" sz="2400" dirty="0"/>
              <a:t>, etc., either by column name or index.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Types:</a:t>
            </a:r>
            <a:r>
              <a:rPr lang="en-US" altLang="en-US" sz="2400" dirty="0">
                <a:latin typeface="Arial" panose="020B0604020202020204" pitchFamily="34" charset="0"/>
              </a:rPr>
              <a:t> Default is </a:t>
            </a:r>
            <a:r>
              <a:rPr lang="en-US" altLang="en-US" sz="2400" b="1" dirty="0">
                <a:latin typeface="Arial" panose="020B0604020202020204" pitchFamily="34" charset="0"/>
              </a:rPr>
              <a:t>forward-only</a:t>
            </a:r>
            <a:r>
              <a:rPr lang="en-US" altLang="en-US" sz="2400" dirty="0">
                <a:latin typeface="Arial" panose="020B0604020202020204" pitchFamily="34" charset="0"/>
              </a:rPr>
              <a:t>. It can be scrollable if requested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715173"/>
            <a:ext cx="8229600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while (</a:t>
            </a:r>
            <a:r>
              <a:rPr lang="en-IN" dirty="0" err="1">
                <a:solidFill>
                  <a:schemeClr val="bg1"/>
                </a:solidFill>
              </a:rPr>
              <a:t>rs.next</a:t>
            </a:r>
            <a:r>
              <a:rPr lang="en-IN" dirty="0">
                <a:solidFill>
                  <a:schemeClr val="bg1"/>
                </a:solidFill>
              </a:rPr>
              <a:t>()) {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int id = </a:t>
            </a:r>
            <a:r>
              <a:rPr lang="en-IN" dirty="0" err="1">
                <a:solidFill>
                  <a:schemeClr val="bg1"/>
                </a:solidFill>
              </a:rPr>
              <a:t>rs.getInt</a:t>
            </a:r>
            <a:r>
              <a:rPr lang="en-IN" dirty="0">
                <a:solidFill>
                  <a:schemeClr val="bg1"/>
                </a:solidFill>
              </a:rPr>
              <a:t>("id");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String n = </a:t>
            </a:r>
            <a:r>
              <a:rPr lang="en-IN" dirty="0" err="1">
                <a:solidFill>
                  <a:schemeClr val="bg1"/>
                </a:solidFill>
              </a:rPr>
              <a:t>rs.getString</a:t>
            </a:r>
            <a:r>
              <a:rPr lang="en-IN" dirty="0">
                <a:solidFill>
                  <a:schemeClr val="bg1"/>
                </a:solidFill>
              </a:rPr>
              <a:t>("name");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}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B2A128-7A0B-7951-B964-E0C211A25963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Transactions (commit/rollback)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64626"/>
            <a:ext cx="8229600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sz="1400" dirty="0" err="1">
                <a:solidFill>
                  <a:schemeClr val="bg1"/>
                </a:solidFill>
              </a:rPr>
              <a:t>con.setAutoCommit</a:t>
            </a:r>
            <a:r>
              <a:rPr lang="en-IN" sz="1400" dirty="0">
                <a:solidFill>
                  <a:schemeClr val="bg1"/>
                </a:solidFill>
              </a:rPr>
              <a:t>(false);</a:t>
            </a:r>
          </a:p>
          <a:p>
            <a:pPr>
              <a:defRPr sz="1400">
                <a:latin typeface="Courier New"/>
              </a:defRPr>
            </a:pPr>
            <a:r>
              <a:rPr lang="en-IN" sz="1400" dirty="0">
                <a:solidFill>
                  <a:schemeClr val="bg1"/>
                </a:solidFill>
              </a:rPr>
              <a:t>try (</a:t>
            </a:r>
            <a:r>
              <a:rPr lang="en-IN" sz="1400" dirty="0" err="1">
                <a:solidFill>
                  <a:schemeClr val="bg1"/>
                </a:solidFill>
              </a:rPr>
              <a:t>PreparedStatement</a:t>
            </a:r>
            <a:r>
              <a:rPr lang="en-IN" sz="1400" dirty="0">
                <a:solidFill>
                  <a:schemeClr val="bg1"/>
                </a:solidFill>
              </a:rPr>
              <a:t> debit = </a:t>
            </a:r>
            <a:r>
              <a:rPr lang="en-IN" sz="1400" dirty="0" err="1">
                <a:solidFill>
                  <a:schemeClr val="bg1"/>
                </a:solidFill>
              </a:rPr>
              <a:t>con.prepareStatement</a:t>
            </a:r>
            <a:r>
              <a:rPr lang="en-IN" sz="1400" dirty="0">
                <a:solidFill>
                  <a:schemeClr val="bg1"/>
                </a:solidFill>
              </a:rPr>
              <a:t>("...");</a:t>
            </a:r>
          </a:p>
          <a:p>
            <a:pPr>
              <a:defRPr sz="1400">
                <a:latin typeface="Courier New"/>
              </a:defRPr>
            </a:pPr>
            <a:r>
              <a:rPr lang="en-IN" sz="1400" dirty="0">
                <a:solidFill>
                  <a:schemeClr val="bg1"/>
                </a:solidFill>
              </a:rPr>
              <a:t>     </a:t>
            </a:r>
            <a:r>
              <a:rPr lang="en-IN" sz="1400" dirty="0" err="1">
                <a:solidFill>
                  <a:schemeClr val="bg1"/>
                </a:solidFill>
              </a:rPr>
              <a:t>PreparedStatement</a:t>
            </a:r>
            <a:r>
              <a:rPr lang="en-IN" sz="1400" dirty="0">
                <a:solidFill>
                  <a:schemeClr val="bg1"/>
                </a:solidFill>
              </a:rPr>
              <a:t> credit = </a:t>
            </a:r>
            <a:r>
              <a:rPr lang="en-IN" sz="1400" dirty="0" err="1">
                <a:solidFill>
                  <a:schemeClr val="bg1"/>
                </a:solidFill>
              </a:rPr>
              <a:t>con.prepareStatement</a:t>
            </a:r>
            <a:r>
              <a:rPr lang="en-IN" sz="1400" dirty="0">
                <a:solidFill>
                  <a:schemeClr val="bg1"/>
                </a:solidFill>
              </a:rPr>
              <a:t>("...")) {</a:t>
            </a:r>
          </a:p>
          <a:p>
            <a:pPr>
              <a:defRPr sz="1400">
                <a:latin typeface="Courier New"/>
              </a:defRPr>
            </a:pPr>
            <a:r>
              <a:rPr lang="en-IN" sz="1400" dirty="0">
                <a:solidFill>
                  <a:schemeClr val="bg1"/>
                </a:solidFill>
              </a:rPr>
              <a:t>  // ... set params ... </a:t>
            </a:r>
            <a:r>
              <a:rPr lang="en-IN" sz="1400" dirty="0" err="1">
                <a:solidFill>
                  <a:schemeClr val="bg1"/>
                </a:solidFill>
              </a:rPr>
              <a:t>executeUpdate</a:t>
            </a:r>
            <a:r>
              <a:rPr lang="en-IN" sz="1400" dirty="0">
                <a:solidFill>
                  <a:schemeClr val="bg1"/>
                </a:solidFill>
              </a:rPr>
              <a:t>() ...</a:t>
            </a:r>
          </a:p>
          <a:p>
            <a:pPr>
              <a:defRPr sz="1400">
                <a:latin typeface="Courier New"/>
              </a:defRPr>
            </a:pPr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con.commit</a:t>
            </a:r>
            <a:r>
              <a:rPr lang="en-IN" sz="1400" dirty="0">
                <a:solidFill>
                  <a:schemeClr val="bg1"/>
                </a:solidFill>
              </a:rPr>
              <a:t>();</a:t>
            </a:r>
          </a:p>
          <a:p>
            <a:pPr>
              <a:defRPr sz="1400">
                <a:latin typeface="Courier New"/>
              </a:defRPr>
            </a:pPr>
            <a:r>
              <a:rPr lang="en-IN" sz="1400" dirty="0">
                <a:solidFill>
                  <a:schemeClr val="bg1"/>
                </a:solidFill>
              </a:rPr>
              <a:t>} catch (Exception e) {</a:t>
            </a:r>
          </a:p>
          <a:p>
            <a:pPr>
              <a:defRPr sz="1400">
                <a:latin typeface="Courier New"/>
              </a:defRPr>
            </a:pPr>
            <a:r>
              <a:rPr lang="en-IN" sz="1400" dirty="0">
                <a:solidFill>
                  <a:schemeClr val="bg1"/>
                </a:solidFill>
              </a:rPr>
              <a:t>  </a:t>
            </a:r>
            <a:r>
              <a:rPr lang="en-IN" sz="1400" dirty="0" err="1">
                <a:solidFill>
                  <a:schemeClr val="bg1"/>
                </a:solidFill>
              </a:rPr>
              <a:t>con.rollback</a:t>
            </a:r>
            <a:r>
              <a:rPr lang="en-IN" sz="1400" dirty="0">
                <a:solidFill>
                  <a:schemeClr val="bg1"/>
                </a:solidFill>
              </a:rPr>
              <a:t>();</a:t>
            </a:r>
          </a:p>
          <a:p>
            <a:pPr>
              <a:defRPr sz="1400">
                <a:latin typeface="Courier New"/>
              </a:defRPr>
            </a:pPr>
            <a:r>
              <a:rPr lang="en-IN" sz="1400" dirty="0">
                <a:solidFill>
                  <a:schemeClr val="bg1"/>
                </a:solidFill>
              </a:rPr>
              <a:t>  throw e;</a:t>
            </a:r>
          </a:p>
          <a:p>
            <a:pPr>
              <a:defRPr sz="1400">
                <a:latin typeface="Courier New"/>
              </a:defRPr>
            </a:pPr>
            <a:r>
              <a:rPr lang="en-IN" sz="1400" dirty="0">
                <a:solidFill>
                  <a:schemeClr val="bg1"/>
                </a:solidFill>
              </a:rPr>
              <a:t>}</a:t>
            </a:r>
            <a:endParaRPr sz="14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7D23B8-6CD8-8145-A3BB-B7022C8A4E61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2ADF7E-DF17-91A6-3B94-8BD6D2322B45}"/>
              </a:ext>
            </a:extLst>
          </p:cNvPr>
          <p:cNvSpPr txBox="1"/>
          <p:nvPr/>
        </p:nvSpPr>
        <p:spPr>
          <a:xfrm>
            <a:off x="558800" y="1417638"/>
            <a:ext cx="8128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Google Sans Text"/>
              </a:rPr>
              <a:t>Default Behavior:</a:t>
            </a:r>
            <a:r>
              <a:rPr lang="en-US" altLang="en-US" sz="2400" dirty="0">
                <a:latin typeface="Google Sans Text"/>
              </a:rPr>
              <a:t> </a:t>
            </a:r>
            <a:r>
              <a:rPr lang="en-US" altLang="en-US" sz="2400" dirty="0" err="1">
                <a:latin typeface="Google Sans Text"/>
              </a:rPr>
              <a:t>autocommit</a:t>
            </a:r>
            <a:r>
              <a:rPr lang="en-US" altLang="en-US" sz="2400" dirty="0">
                <a:latin typeface="Google Sans Text"/>
              </a:rPr>
              <a:t> = true. Every </a:t>
            </a:r>
            <a:r>
              <a:rPr lang="en-US" altLang="en-US" sz="2400" dirty="0" err="1">
                <a:latin typeface="Google Sans Text"/>
              </a:rPr>
              <a:t>executeUpdate</a:t>
            </a:r>
            <a:r>
              <a:rPr lang="en-US" altLang="en-US" sz="2400" dirty="0">
                <a:latin typeface="Google Sans Text"/>
              </a:rPr>
              <a:t>() or </a:t>
            </a:r>
            <a:r>
              <a:rPr lang="en-US" altLang="en-US" sz="2400" dirty="0" err="1">
                <a:latin typeface="Google Sans Text"/>
              </a:rPr>
              <a:t>executeQuery</a:t>
            </a:r>
            <a:r>
              <a:rPr lang="en-US" altLang="en-US" sz="2400" dirty="0">
                <a:latin typeface="Google Sans Text"/>
              </a:rPr>
              <a:t>() is its own, immediate transaction.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Google Sans Text"/>
              </a:rPr>
              <a:t>Multi-step Operations (Transfer, Order):</a:t>
            </a:r>
            <a:r>
              <a:rPr lang="en-US" altLang="en-US" sz="2400" dirty="0">
                <a:latin typeface="Google Sans Text"/>
              </a:rPr>
              <a:t> We need to execute multiple statements as a single, atomic unit.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Google Sans Text"/>
              </a:rPr>
              <a:t>Set </a:t>
            </a:r>
            <a:r>
              <a:rPr lang="en-US" altLang="en-US" sz="2400" dirty="0" err="1">
                <a:latin typeface="Google Sans Text"/>
              </a:rPr>
              <a:t>con.setAutoCommit</a:t>
            </a:r>
            <a:r>
              <a:rPr lang="en-US" altLang="en-US" sz="2400" dirty="0">
                <a:latin typeface="Google Sans Text"/>
              </a:rPr>
              <a:t>(false) $\</a:t>
            </a:r>
            <a:r>
              <a:rPr lang="en-US" altLang="en-US" sz="2400" dirty="0" err="1">
                <a:latin typeface="Google Sans Text"/>
              </a:rPr>
              <a:t>rightarrow</a:t>
            </a:r>
            <a:r>
              <a:rPr lang="en-US" altLang="en-US" sz="2400" dirty="0">
                <a:latin typeface="Google Sans Text"/>
              </a:rPr>
              <a:t>$ perform all steps $\</a:t>
            </a:r>
            <a:r>
              <a:rPr lang="en-US" altLang="en-US" sz="2400" dirty="0" err="1">
                <a:latin typeface="Google Sans Text"/>
              </a:rPr>
              <a:t>rightarrow</a:t>
            </a:r>
            <a:r>
              <a:rPr lang="en-US" altLang="en-US" sz="2400" dirty="0">
                <a:latin typeface="Google Sans Text"/>
              </a:rPr>
              <a:t>$ call </a:t>
            </a:r>
            <a:r>
              <a:rPr lang="en-US" altLang="en-US" sz="2400" b="1" dirty="0" err="1">
                <a:latin typeface="Google Sans Text"/>
              </a:rPr>
              <a:t>con.commit</a:t>
            </a:r>
            <a:r>
              <a:rPr lang="en-US" altLang="en-US" sz="2400" b="1" dirty="0">
                <a:latin typeface="Google Sans Text"/>
              </a:rPr>
              <a:t>()</a:t>
            </a:r>
            <a:r>
              <a:rPr lang="en-US" altLang="en-US" sz="2400" dirty="0">
                <a:latin typeface="Google Sans Text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Google Sans Text"/>
              </a:rPr>
              <a:t>If any error occurs, call </a:t>
            </a:r>
            <a:r>
              <a:rPr lang="en-US" altLang="en-US" sz="2400" b="1" dirty="0" err="1">
                <a:latin typeface="Google Sans Text"/>
              </a:rPr>
              <a:t>con.rollback</a:t>
            </a:r>
            <a:r>
              <a:rPr lang="en-US" altLang="en-US" sz="2400" b="1" dirty="0">
                <a:latin typeface="Google Sans Text"/>
              </a:rPr>
              <a:t>()</a:t>
            </a:r>
            <a:r>
              <a:rPr lang="en-US" altLang="en-US" sz="2400" dirty="0">
                <a:latin typeface="Google Sans Text"/>
              </a:rPr>
              <a:t> to undo all changes since the last commit.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67BE722-CA52-B278-0C39-B489727BA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9249"/>
            <a:ext cx="242374" cy="1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Batch Updates (speed boost)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2328"/>
            <a:ext cx="8229600" cy="181588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try (</a:t>
            </a:r>
            <a:r>
              <a:rPr lang="en-IN" dirty="0" err="1">
                <a:solidFill>
                  <a:schemeClr val="bg1"/>
                </a:solidFill>
              </a:rPr>
              <a:t>PreparedStatement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ps</a:t>
            </a:r>
            <a:r>
              <a:rPr lang="en-IN" dirty="0">
                <a:solidFill>
                  <a:schemeClr val="bg1"/>
                </a:solidFill>
              </a:rPr>
              <a:t> = </a:t>
            </a:r>
            <a:r>
              <a:rPr lang="en-IN" dirty="0" err="1">
                <a:solidFill>
                  <a:schemeClr val="bg1"/>
                </a:solidFill>
              </a:rPr>
              <a:t>con.prepareStatement</a:t>
            </a:r>
            <a:r>
              <a:rPr lang="en-IN" dirty="0">
                <a:solidFill>
                  <a:schemeClr val="bg1"/>
                </a:solidFill>
              </a:rPr>
              <a:t>(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"INSERT INTO logs(</a:t>
            </a:r>
            <a:r>
              <a:rPr lang="en-IN" dirty="0" err="1">
                <a:solidFill>
                  <a:schemeClr val="bg1"/>
                </a:solidFill>
              </a:rPr>
              <a:t>msg,created_at</a:t>
            </a:r>
            <a:r>
              <a:rPr lang="en-IN" dirty="0">
                <a:solidFill>
                  <a:schemeClr val="bg1"/>
                </a:solidFill>
              </a:rPr>
              <a:t>) VALUES(?,NOW())")) {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for (String m : messages) {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ps.setString</a:t>
            </a:r>
            <a:r>
              <a:rPr lang="en-IN" dirty="0">
                <a:solidFill>
                  <a:schemeClr val="bg1"/>
                </a:solidFill>
              </a:rPr>
              <a:t>(1, m);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ps.addBatch</a:t>
            </a:r>
            <a:r>
              <a:rPr lang="en-IN" dirty="0">
                <a:solidFill>
                  <a:schemeClr val="bg1"/>
                </a:solidFill>
              </a:rPr>
              <a:t>(); // Add statement to the batch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}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int[] counts = </a:t>
            </a:r>
            <a:r>
              <a:rPr lang="en-IN" dirty="0" err="1">
                <a:solidFill>
                  <a:schemeClr val="bg1"/>
                </a:solidFill>
              </a:rPr>
              <a:t>ps.executeBatch</a:t>
            </a:r>
            <a:r>
              <a:rPr lang="en-IN" dirty="0">
                <a:solidFill>
                  <a:schemeClr val="bg1"/>
                </a:solidFill>
              </a:rPr>
              <a:t>(); // Execute all at once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}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3AFEC3-F63D-CF02-1FD8-B50F52CF7C20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C6B1F6-1017-C9AB-86CC-B2F1F8BBE14C}"/>
              </a:ext>
            </a:extLst>
          </p:cNvPr>
          <p:cNvSpPr txBox="1"/>
          <p:nvPr/>
        </p:nvSpPr>
        <p:spPr>
          <a:xfrm>
            <a:off x="673100" y="1554480"/>
            <a:ext cx="79496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Batching groups many similar </a:t>
            </a:r>
            <a:r>
              <a:rPr lang="en-US" altLang="en-US" sz="2400" dirty="0">
                <a:latin typeface="Arial Unicode MS"/>
              </a:rPr>
              <a:t>INSERT</a:t>
            </a:r>
            <a:r>
              <a:rPr lang="en-US" altLang="en-US" sz="2400" dirty="0"/>
              <a:t>, </a:t>
            </a:r>
            <a:r>
              <a:rPr lang="en-US" altLang="en-US" sz="2400" dirty="0">
                <a:latin typeface="Arial Unicode MS"/>
              </a:rPr>
              <a:t>UPDATE</a:t>
            </a:r>
            <a:r>
              <a:rPr lang="en-US" altLang="en-US" sz="2400" dirty="0"/>
              <a:t>, or </a:t>
            </a:r>
            <a:r>
              <a:rPr lang="en-US" altLang="en-US" sz="2400" dirty="0">
                <a:latin typeface="Arial Unicode MS"/>
              </a:rPr>
              <a:t>DELETE</a:t>
            </a:r>
            <a:r>
              <a:rPr lang="en-US" altLang="en-US" sz="2400" dirty="0"/>
              <a:t> statements into a single database network call.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This drastically reduces </a:t>
            </a:r>
            <a:r>
              <a:rPr lang="en-US" altLang="en-US" sz="2400" b="1" dirty="0">
                <a:latin typeface="Arial" panose="020B0604020202020204" pitchFamily="34" charset="0"/>
              </a:rPr>
              <a:t>network round-trips</a:t>
            </a:r>
            <a:r>
              <a:rPr lang="en-US" altLang="en-US" sz="2400" dirty="0">
                <a:latin typeface="Arial" panose="020B0604020202020204" pitchFamily="34" charset="0"/>
              </a:rPr>
              <a:t>, leading to huge performance gains for bulk operations (like logging or initial data load).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Metadata (DB &amp; </a:t>
            </a:r>
            <a:r>
              <a:rPr dirty="0" err="1"/>
              <a:t>ResultSet</a:t>
            </a:r>
            <a:r>
              <a:rPr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32224"/>
            <a:ext cx="8229600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dirty="0" err="1">
                <a:solidFill>
                  <a:schemeClr val="bg1"/>
                </a:solidFill>
              </a:rPr>
              <a:t>ResultSetMetaData</a:t>
            </a:r>
            <a:r>
              <a:rPr lang="en-IN" dirty="0">
                <a:solidFill>
                  <a:schemeClr val="bg1"/>
                </a:solidFill>
              </a:rPr>
              <a:t> md = </a:t>
            </a:r>
            <a:r>
              <a:rPr lang="en-IN" dirty="0" err="1">
                <a:solidFill>
                  <a:schemeClr val="bg1"/>
                </a:solidFill>
              </a:rPr>
              <a:t>rs.getMetaData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int cols = </a:t>
            </a:r>
            <a:r>
              <a:rPr lang="en-IN" dirty="0" err="1">
                <a:solidFill>
                  <a:schemeClr val="bg1"/>
                </a:solidFill>
              </a:rPr>
              <a:t>md.getColumnCount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for (int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=1;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&lt;=cols; 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++)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md.getColumnName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i</a:t>
            </a:r>
            <a:r>
              <a:rPr lang="en-IN" dirty="0">
                <a:solidFill>
                  <a:schemeClr val="bg1"/>
                </a:solidFill>
              </a:rPr>
              <a:t>));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BC435F-B26E-EAEC-DA0A-32F0EC45228D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28175C-A9BC-7855-3991-655E52CA3564}"/>
              </a:ext>
            </a:extLst>
          </p:cNvPr>
          <p:cNvSpPr txBox="1"/>
          <p:nvPr/>
        </p:nvSpPr>
        <p:spPr>
          <a:xfrm>
            <a:off x="457200" y="1638300"/>
            <a:ext cx="81655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latin typeface="Arial Unicode MS"/>
              </a:rPr>
              <a:t>DatabaseMetaData</a:t>
            </a:r>
            <a:r>
              <a:rPr lang="en-US" altLang="en-US" sz="2400" dirty="0"/>
              <a:t>: Provides information about the DB system itself: driver version, SQL grammar support, table names, etc.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 err="1">
                <a:latin typeface="Arial Unicode MS"/>
              </a:rPr>
              <a:t>ResultSetMetaData</a:t>
            </a:r>
            <a:r>
              <a:rPr lang="en-US" altLang="en-US" sz="2400" dirty="0"/>
              <a:t>: Provides information about the structure of the </a:t>
            </a:r>
            <a:r>
              <a:rPr lang="en-US" altLang="en-US" sz="2400" i="1" dirty="0">
                <a:latin typeface="Arial" panose="020B0604020202020204" pitchFamily="34" charset="0"/>
              </a:rPr>
              <a:t>results</a:t>
            </a:r>
            <a:r>
              <a:rPr lang="en-US" altLang="en-US" sz="2400" dirty="0">
                <a:latin typeface="Arial" panose="020B0604020202020204" pitchFamily="34" charset="0"/>
              </a:rPr>
              <a:t> of a query: column names, data types, nullability, etc.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4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dirty="0"/>
              <a:t>Scrollable &amp; Updatable </a:t>
            </a:r>
            <a:r>
              <a:rPr dirty="0" err="1"/>
              <a:t>ResultSets</a:t>
            </a:r>
            <a:r>
              <a:rPr dirty="0"/>
              <a:t> (know they exist)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0496"/>
            <a:ext cx="8229600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try (Statement </a:t>
            </a:r>
            <a:r>
              <a:rPr lang="en-US" dirty="0" err="1">
                <a:solidFill>
                  <a:schemeClr val="bg1"/>
                </a:solidFill>
              </a:rPr>
              <a:t>st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con.createStatement</a:t>
            </a:r>
            <a:r>
              <a:rPr lang="en-US" dirty="0">
                <a:solidFill>
                  <a:schemeClr val="bg1"/>
                </a:solidFill>
              </a:rPr>
              <a:t>(</a:t>
            </a: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       </a:t>
            </a:r>
            <a:r>
              <a:rPr lang="en-US" dirty="0" err="1">
                <a:solidFill>
                  <a:schemeClr val="bg1"/>
                </a:solidFill>
              </a:rPr>
              <a:t>ResultSet.TYPE_SCROLL_INSENSITIVE</a:t>
            </a:r>
            <a:r>
              <a:rPr lang="en-US" dirty="0">
                <a:solidFill>
                  <a:schemeClr val="bg1"/>
                </a:solidFill>
              </a:rPr>
              <a:t>, // Can move forward/backward</a:t>
            </a:r>
          </a:p>
          <a:p>
            <a:pPr>
              <a:defRPr sz="1400">
                <a:latin typeface="Courier New"/>
              </a:defRPr>
            </a:pPr>
            <a:r>
              <a:rPr lang="en-US" dirty="0">
                <a:solidFill>
                  <a:schemeClr val="bg1"/>
                </a:solidFill>
              </a:rPr>
              <a:t>       </a:t>
            </a:r>
            <a:r>
              <a:rPr lang="en-US" dirty="0" err="1">
                <a:solidFill>
                  <a:schemeClr val="bg1"/>
                </a:solidFill>
              </a:rPr>
              <a:t>ResultSet.CONCUR_UPDATABLE</a:t>
            </a:r>
            <a:r>
              <a:rPr lang="en-US" dirty="0">
                <a:solidFill>
                  <a:schemeClr val="bg1"/>
                </a:solidFill>
              </a:rPr>
              <a:t>)) { /* … */ }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598419-9C08-1941-6B52-97A3F6147951}"/>
              </a:ext>
            </a:extLst>
          </p:cNvPr>
          <p:cNvCxnSpPr/>
          <p:nvPr/>
        </p:nvCxnSpPr>
        <p:spPr>
          <a:xfrm>
            <a:off x="457200" y="1450976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A7F1B63-14A8-D471-4B70-B293C14B284C}"/>
              </a:ext>
            </a:extLst>
          </p:cNvPr>
          <p:cNvSpPr txBox="1"/>
          <p:nvPr/>
        </p:nvSpPr>
        <p:spPr>
          <a:xfrm>
            <a:off x="549565" y="1841500"/>
            <a:ext cx="80732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By default, </a:t>
            </a:r>
            <a:r>
              <a:rPr lang="en-US" altLang="en-US" sz="2400" dirty="0" err="1">
                <a:latin typeface="Arial Unicode MS"/>
              </a:rPr>
              <a:t>ResultSet</a:t>
            </a:r>
            <a:r>
              <a:rPr lang="en-US" altLang="en-US" sz="2400" dirty="0"/>
              <a:t> is </a:t>
            </a:r>
            <a:r>
              <a:rPr lang="en-US" altLang="en-US" sz="2400" b="1" dirty="0">
                <a:latin typeface="Arial" panose="020B0604020202020204" pitchFamily="34" charset="0"/>
              </a:rPr>
              <a:t>forward-only</a:t>
            </a:r>
            <a:r>
              <a:rPr lang="en-US" altLang="en-US" sz="2400" dirty="0">
                <a:latin typeface="Arial" panose="020B0604020202020204" pitchFamily="34" charset="0"/>
              </a:rPr>
              <a:t> and </a:t>
            </a:r>
            <a:r>
              <a:rPr lang="en-US" altLang="en-US" sz="2400" b="1" dirty="0">
                <a:latin typeface="Arial" panose="020B0604020202020204" pitchFamily="34" charset="0"/>
              </a:rPr>
              <a:t>read-only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You can request </a:t>
            </a:r>
            <a:r>
              <a:rPr lang="en-US" altLang="en-US" sz="2400" dirty="0" err="1">
                <a:latin typeface="Arial" panose="020B0604020202020204" pitchFamily="34" charset="0"/>
              </a:rPr>
              <a:t>scrollability</a:t>
            </a:r>
            <a:r>
              <a:rPr lang="en-US" altLang="en-US" sz="2400" dirty="0">
                <a:latin typeface="Arial" panose="020B0604020202020204" pitchFamily="34" charset="0"/>
              </a:rPr>
              <a:t> (</a:t>
            </a:r>
            <a:r>
              <a:rPr lang="en-US" altLang="en-US" sz="2400" dirty="0">
                <a:latin typeface="Arial Unicode MS"/>
              </a:rPr>
              <a:t>TYPE_SCROLL_INSENSITIVE</a:t>
            </a:r>
            <a:r>
              <a:rPr lang="en-US" altLang="en-US" sz="2400" dirty="0"/>
              <a:t> or </a:t>
            </a:r>
            <a:r>
              <a:rPr lang="en-US" altLang="en-US" sz="2400" dirty="0">
                <a:latin typeface="Arial Unicode MS"/>
              </a:rPr>
              <a:t>SENSITIVE</a:t>
            </a:r>
            <a:r>
              <a:rPr lang="en-US" altLang="en-US" sz="2400" dirty="0"/>
              <a:t>) and updatability (</a:t>
            </a:r>
            <a:r>
              <a:rPr lang="en-US" altLang="en-US" sz="2400" dirty="0">
                <a:latin typeface="Arial Unicode MS"/>
              </a:rPr>
              <a:t>CONCUR_UPDATABLE</a:t>
            </a:r>
            <a:r>
              <a:rPr lang="en-US" altLang="en-US" sz="2400" dirty="0"/>
              <a:t>) when creating the statement.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Modern Note:</a:t>
            </a:r>
            <a:r>
              <a:rPr lang="en-US" altLang="en-US" sz="2400" dirty="0">
                <a:latin typeface="Arial" panose="020B0604020202020204" pitchFamily="34" charset="0"/>
              </a:rPr>
              <a:t> This is </a:t>
            </a:r>
            <a:r>
              <a:rPr lang="en-US" altLang="en-US" sz="2400" b="1" dirty="0">
                <a:latin typeface="Arial" panose="020B0604020202020204" pitchFamily="34" charset="0"/>
              </a:rPr>
              <a:t>rare</a:t>
            </a:r>
            <a:r>
              <a:rPr lang="en-US" altLang="en-US" sz="2400" dirty="0">
                <a:latin typeface="Arial" panose="020B0604020202020204" pitchFamily="34" charset="0"/>
              </a:rPr>
              <a:t> in enterprise apps. We usually use ORMs or explicit </a:t>
            </a:r>
            <a:r>
              <a:rPr lang="en-US" altLang="en-US" sz="2400" dirty="0">
                <a:latin typeface="Arial Unicode MS"/>
              </a:rPr>
              <a:t>UPDATE</a:t>
            </a:r>
            <a:r>
              <a:rPr lang="en-US" altLang="en-US" sz="2400" dirty="0"/>
              <a:t> SQL to change data, rather than changing it via the </a:t>
            </a:r>
            <a:r>
              <a:rPr lang="en-US" altLang="en-US" sz="2400" dirty="0" err="1">
                <a:latin typeface="Arial Unicode MS"/>
              </a:rPr>
              <a:t>ResultSet</a:t>
            </a:r>
            <a:r>
              <a:rPr lang="en-US" altLang="en-US" sz="2400" dirty="0"/>
              <a:t> object itself.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BEC8F85-F640-211A-D0B0-C3C2EAD74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2333"/>
            <a:ext cx="242374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 err="1"/>
              <a:t>DataSource</a:t>
            </a:r>
            <a:r>
              <a:rPr dirty="0"/>
              <a:t> &amp; Pooling (real-world)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84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1939" y="5301674"/>
            <a:ext cx="8229600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Context </a:t>
            </a:r>
            <a:r>
              <a:rPr lang="en-IN" dirty="0" err="1">
                <a:solidFill>
                  <a:schemeClr val="bg1"/>
                </a:solidFill>
              </a:rPr>
              <a:t>ctx</a:t>
            </a:r>
            <a:r>
              <a:rPr lang="en-IN" dirty="0">
                <a:solidFill>
                  <a:schemeClr val="bg1"/>
                </a:solidFill>
              </a:rPr>
              <a:t> = new </a:t>
            </a:r>
            <a:r>
              <a:rPr lang="en-IN" dirty="0" err="1">
                <a:solidFill>
                  <a:schemeClr val="bg1"/>
                </a:solidFill>
              </a:rPr>
              <a:t>InitialContext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pPr>
              <a:defRPr sz="1400">
                <a:latin typeface="Courier New"/>
              </a:defRPr>
            </a:pPr>
            <a:r>
              <a:rPr lang="en-IN" dirty="0" err="1">
                <a:solidFill>
                  <a:schemeClr val="bg1"/>
                </a:solidFill>
              </a:rPr>
              <a:t>DataSource</a:t>
            </a:r>
            <a:r>
              <a:rPr lang="en-IN" dirty="0">
                <a:solidFill>
                  <a:schemeClr val="bg1"/>
                </a:solidFill>
              </a:rPr>
              <a:t> ds = (</a:t>
            </a:r>
            <a:r>
              <a:rPr lang="en-IN" dirty="0" err="1">
                <a:solidFill>
                  <a:schemeClr val="bg1"/>
                </a:solidFill>
              </a:rPr>
              <a:t>DataSource</a:t>
            </a:r>
            <a:r>
              <a:rPr lang="en-IN" dirty="0">
                <a:solidFill>
                  <a:schemeClr val="bg1"/>
                </a:solidFill>
              </a:rPr>
              <a:t>) </a:t>
            </a:r>
            <a:r>
              <a:rPr lang="en-IN" dirty="0" err="1">
                <a:solidFill>
                  <a:schemeClr val="bg1"/>
                </a:solidFill>
              </a:rPr>
              <a:t>ctx.lookup</a:t>
            </a:r>
            <a:r>
              <a:rPr lang="en-IN" dirty="0">
                <a:solidFill>
                  <a:schemeClr val="bg1"/>
                </a:solidFill>
              </a:rPr>
              <a:t>("java:/comp/env/</a:t>
            </a:r>
            <a:r>
              <a:rPr lang="en-IN" dirty="0" err="1">
                <a:solidFill>
                  <a:schemeClr val="bg1"/>
                </a:solidFill>
              </a:rPr>
              <a:t>jdbc</a:t>
            </a:r>
            <a:r>
              <a:rPr lang="en-IN" dirty="0">
                <a:solidFill>
                  <a:schemeClr val="bg1"/>
                </a:solidFill>
              </a:rPr>
              <a:t>/</a:t>
            </a:r>
            <a:r>
              <a:rPr lang="en-IN" dirty="0" err="1">
                <a:solidFill>
                  <a:schemeClr val="bg1"/>
                </a:solidFill>
              </a:rPr>
              <a:t>shopDB</a:t>
            </a:r>
            <a:r>
              <a:rPr lang="en-IN" dirty="0">
                <a:solidFill>
                  <a:schemeClr val="bg1"/>
                </a:solidFill>
              </a:rPr>
              <a:t>");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try (Connection con = </a:t>
            </a:r>
            <a:r>
              <a:rPr lang="en-IN" dirty="0" err="1">
                <a:solidFill>
                  <a:schemeClr val="bg1"/>
                </a:solidFill>
              </a:rPr>
              <a:t>ds.getConnection</a:t>
            </a:r>
            <a:r>
              <a:rPr lang="en-IN" dirty="0">
                <a:solidFill>
                  <a:schemeClr val="bg1"/>
                </a:solidFill>
              </a:rPr>
              <a:t>()) { /* … */ }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CFB36D-F615-46B7-5F63-46A0766E031D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2015384-BB5C-D442-09D3-219E924D4882}"/>
              </a:ext>
            </a:extLst>
          </p:cNvPr>
          <p:cNvSpPr txBox="1"/>
          <p:nvPr/>
        </p:nvSpPr>
        <p:spPr>
          <a:xfrm>
            <a:off x="184731" y="194691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2F92D6-9BAC-AB5A-7F9A-318428FC4502}"/>
              </a:ext>
            </a:extLst>
          </p:cNvPr>
          <p:cNvSpPr txBox="1"/>
          <p:nvPr/>
        </p:nvSpPr>
        <p:spPr>
          <a:xfrm>
            <a:off x="393192" y="1400182"/>
            <a:ext cx="8229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A </a:t>
            </a:r>
            <a:r>
              <a:rPr lang="en-US" altLang="en-US" sz="2400" b="1" dirty="0">
                <a:latin typeface="Arial Unicode MS"/>
              </a:rPr>
              <a:t>Connection</a:t>
            </a:r>
            <a:r>
              <a:rPr lang="en-US" altLang="en-US" sz="2400" dirty="0"/>
              <a:t> is an expensive resource to create. In a web app, opening and closing one for every request kills performance.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Use </a:t>
            </a:r>
            <a:r>
              <a:rPr lang="en-US" altLang="en-US" sz="2400" b="1" dirty="0" err="1">
                <a:latin typeface="Arial Unicode MS"/>
              </a:rPr>
              <a:t>javax.sql.DataSource</a:t>
            </a:r>
            <a:r>
              <a:rPr lang="en-US" altLang="en-US" sz="2400" dirty="0"/>
              <a:t> to represent the source of connections.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Pooling</a:t>
            </a:r>
            <a:r>
              <a:rPr lang="en-US" altLang="en-US" sz="2400" dirty="0">
                <a:latin typeface="Arial" panose="020B0604020202020204" pitchFamily="34" charset="0"/>
              </a:rPr>
              <a:t> (via libraries like </a:t>
            </a:r>
            <a:r>
              <a:rPr lang="en-US" altLang="en-US" sz="2400" b="1" dirty="0" err="1">
                <a:latin typeface="Arial" panose="020B0604020202020204" pitchFamily="34" charset="0"/>
              </a:rPr>
              <a:t>HikariCP</a:t>
            </a:r>
            <a:r>
              <a:rPr lang="en-US" altLang="en-US" sz="2400" dirty="0">
                <a:latin typeface="Arial" panose="020B0604020202020204" pitchFamily="34" charset="0"/>
              </a:rPr>
              <a:t> or C3P0) pre-creates a set of connections and reuses them. </a:t>
            </a:r>
            <a:r>
              <a:rPr lang="en-US" altLang="en-US" sz="2400" b="1" dirty="0">
                <a:latin typeface="Arial" panose="020B0604020202020204" pitchFamily="34" charset="0"/>
              </a:rPr>
              <a:t>This is mandatory for production services.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 application servers (e.g., Tomcat, JBoss), the </a:t>
            </a:r>
            <a:r>
              <a:rPr lang="en-US" altLang="en-US" sz="2400" dirty="0" err="1">
                <a:latin typeface="Arial Unicode MS"/>
              </a:rPr>
              <a:t>DataSource</a:t>
            </a:r>
            <a:r>
              <a:rPr lang="en-US" altLang="en-US" sz="2400" dirty="0"/>
              <a:t> is typically looked up via </a:t>
            </a:r>
            <a:r>
              <a:rPr lang="en-US" altLang="en-US" sz="2400" b="1" dirty="0">
                <a:latin typeface="Arial" panose="020B0604020202020204" pitchFamily="34" charset="0"/>
              </a:rPr>
              <a:t>JNDI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URLs &amp; Drivers (quick reference)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B87DE8-368F-44C6-44C8-C6E135D077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F92CA1-FD1E-34A4-BDCA-0FC42A492D7D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Security &amp; Gotchas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21E26B-2C3A-7A9C-FFA1-CDC481B82F1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097F56-C78C-F90D-2E01-A38893EE8001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78CB6-0936-5DC9-5ECE-CDB42F57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6A68F-A4EA-984A-1E92-F97AD9935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Mini Walkthrough — JDBC Quick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4378A1-78E2-995F-C787-8924210D62BE}"/>
              </a:ext>
            </a:extLst>
          </p:cNvPr>
          <p:cNvSpPr txBox="1"/>
          <p:nvPr/>
        </p:nvSpPr>
        <p:spPr>
          <a:xfrm>
            <a:off x="457200" y="1599934"/>
            <a:ext cx="8229600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import </a:t>
            </a:r>
            <a:r>
              <a:rPr lang="en-IN" dirty="0" err="1">
                <a:solidFill>
                  <a:schemeClr val="bg1"/>
                </a:solidFill>
              </a:rPr>
              <a:t>java.sql</a:t>
            </a:r>
            <a:r>
              <a:rPr lang="en-IN" dirty="0">
                <a:solidFill>
                  <a:schemeClr val="bg1"/>
                </a:solidFill>
              </a:rPr>
              <a:t>.*;</a:t>
            </a:r>
          </a:p>
          <a:p>
            <a:pPr>
              <a:defRPr sz="1400">
                <a:latin typeface="Courier New"/>
              </a:defRPr>
            </a:pPr>
            <a:endParaRPr lang="en-IN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class Geeks {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public static void main(String[] </a:t>
            </a:r>
            <a:r>
              <a:rPr lang="en-IN" dirty="0" err="1">
                <a:solidFill>
                  <a:schemeClr val="bg1"/>
                </a:solidFill>
              </a:rPr>
              <a:t>args</a:t>
            </a:r>
            <a:r>
              <a:rPr lang="en-IN" dirty="0">
                <a:solidFill>
                  <a:schemeClr val="bg1"/>
                </a:solidFill>
              </a:rPr>
              <a:t>) throws Exception {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String </a:t>
            </a:r>
            <a:r>
              <a:rPr lang="en-IN" dirty="0" err="1">
                <a:solidFill>
                  <a:schemeClr val="bg1"/>
                </a:solidFill>
              </a:rPr>
              <a:t>url</a:t>
            </a:r>
            <a:r>
              <a:rPr lang="en-IN" dirty="0">
                <a:solidFill>
                  <a:schemeClr val="bg1"/>
                </a:solidFill>
              </a:rPr>
              <a:t> = "</a:t>
            </a:r>
            <a:r>
              <a:rPr lang="en-IN" dirty="0" err="1">
                <a:solidFill>
                  <a:schemeClr val="bg1"/>
                </a:solidFill>
              </a:rPr>
              <a:t>jdbc:mysql</a:t>
            </a:r>
            <a:r>
              <a:rPr lang="en-IN" dirty="0">
                <a:solidFill>
                  <a:schemeClr val="bg1"/>
                </a:solidFill>
              </a:rPr>
              <a:t>://localhost:3306/</a:t>
            </a:r>
            <a:r>
              <a:rPr lang="en-IN" dirty="0" err="1">
                <a:solidFill>
                  <a:schemeClr val="bg1"/>
                </a:solidFill>
              </a:rPr>
              <a:t>database_name</a:t>
            </a:r>
            <a:r>
              <a:rPr lang="en-IN" dirty="0">
                <a:solidFill>
                  <a:schemeClr val="bg1"/>
                </a:solidFill>
              </a:rPr>
              <a:t>"; // Database details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String username = "</a:t>
            </a:r>
            <a:r>
              <a:rPr lang="en-IN" dirty="0" err="1">
                <a:solidFill>
                  <a:schemeClr val="bg1"/>
                </a:solidFill>
              </a:rPr>
              <a:t>rootgfg</a:t>
            </a:r>
            <a:r>
              <a:rPr lang="en-IN" dirty="0">
                <a:solidFill>
                  <a:schemeClr val="bg1"/>
                </a:solidFill>
              </a:rPr>
              <a:t>"; // MySQL credentials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String password = "gfg123";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String query = "select * from students"; // Query to be run</a:t>
            </a:r>
          </a:p>
          <a:p>
            <a:pPr>
              <a:defRPr sz="1400">
                <a:latin typeface="Courier New"/>
              </a:defRPr>
            </a:pPr>
            <a:endParaRPr lang="en-IN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// Load and register the driver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Class.forName</a:t>
            </a:r>
            <a:r>
              <a:rPr lang="en-IN" dirty="0">
                <a:solidFill>
                  <a:schemeClr val="bg1"/>
                </a:solidFill>
              </a:rPr>
              <a:t>("</a:t>
            </a:r>
            <a:r>
              <a:rPr lang="en-IN" dirty="0" err="1">
                <a:solidFill>
                  <a:schemeClr val="bg1"/>
                </a:solidFill>
              </a:rPr>
              <a:t>com.mysql.cj.jdbc.Driver</a:t>
            </a:r>
            <a:r>
              <a:rPr lang="en-IN" dirty="0">
                <a:solidFill>
                  <a:schemeClr val="bg1"/>
                </a:solidFill>
              </a:rPr>
              <a:t>");</a:t>
            </a:r>
          </a:p>
          <a:p>
            <a:pPr>
              <a:defRPr sz="1400">
                <a:latin typeface="Courier New"/>
              </a:defRPr>
            </a:pPr>
            <a:endParaRPr lang="en-IN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// Establish connection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Connection con = </a:t>
            </a:r>
            <a:r>
              <a:rPr lang="en-IN" dirty="0" err="1">
                <a:solidFill>
                  <a:schemeClr val="bg1"/>
                </a:solidFill>
              </a:rPr>
              <a:t>DriverManager.getConnection</a:t>
            </a:r>
            <a:r>
              <a:rPr lang="en-IN" dirty="0">
                <a:solidFill>
                  <a:schemeClr val="bg1"/>
                </a:solidFill>
              </a:rPr>
              <a:t>(</a:t>
            </a:r>
            <a:r>
              <a:rPr lang="en-IN" dirty="0" err="1">
                <a:solidFill>
                  <a:schemeClr val="bg1"/>
                </a:solidFill>
              </a:rPr>
              <a:t>url</a:t>
            </a:r>
            <a:r>
              <a:rPr lang="en-IN" dirty="0">
                <a:solidFill>
                  <a:schemeClr val="bg1"/>
                </a:solidFill>
              </a:rPr>
              <a:t>, username, password);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("Connection Established successfully");</a:t>
            </a:r>
          </a:p>
          <a:p>
            <a:pPr>
              <a:defRPr sz="1400">
                <a:latin typeface="Courier New"/>
              </a:defRPr>
            </a:pPr>
            <a:endParaRPr lang="en-IN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// Create a statement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Statement </a:t>
            </a:r>
            <a:r>
              <a:rPr lang="en-IN" dirty="0" err="1">
                <a:solidFill>
                  <a:schemeClr val="bg1"/>
                </a:solidFill>
              </a:rPr>
              <a:t>st</a:t>
            </a:r>
            <a:r>
              <a:rPr lang="en-IN" dirty="0">
                <a:solidFill>
                  <a:schemeClr val="bg1"/>
                </a:solidFill>
              </a:rPr>
              <a:t> = </a:t>
            </a:r>
            <a:r>
              <a:rPr lang="en-IN" dirty="0" err="1">
                <a:solidFill>
                  <a:schemeClr val="bg1"/>
                </a:solidFill>
              </a:rPr>
              <a:t>con.createStatement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pPr>
              <a:defRPr sz="1400">
                <a:latin typeface="Courier New"/>
              </a:defRPr>
            </a:pPr>
            <a:endParaRPr lang="en-IN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1D2CC4-910C-3DBF-0D0D-5A8B12780CD1}"/>
              </a:ext>
            </a:extLst>
          </p:cNvPr>
          <p:cNvCxnSpPr/>
          <p:nvPr/>
        </p:nvCxnSpPr>
        <p:spPr>
          <a:xfrm>
            <a:off x="457200" y="141763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782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F5A31-A1FA-7937-C986-2860269F9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2D3F0-A281-019C-31DA-F71AC5B4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Mini Walkthrough — JDBC Quick Demo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2C099-6A58-3051-A4BB-A9157DEF333C}"/>
              </a:ext>
            </a:extLst>
          </p:cNvPr>
          <p:cNvSpPr txBox="1"/>
          <p:nvPr/>
        </p:nvSpPr>
        <p:spPr>
          <a:xfrm>
            <a:off x="457200" y="1862488"/>
            <a:ext cx="8229600" cy="33239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// Execute the query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ResultSet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rs</a:t>
            </a:r>
            <a:r>
              <a:rPr lang="en-IN" dirty="0">
                <a:solidFill>
                  <a:schemeClr val="bg1"/>
                </a:solidFill>
              </a:rPr>
              <a:t> = </a:t>
            </a:r>
            <a:r>
              <a:rPr lang="en-IN" dirty="0" err="1">
                <a:solidFill>
                  <a:schemeClr val="bg1"/>
                </a:solidFill>
              </a:rPr>
              <a:t>st.executeQuery</a:t>
            </a:r>
            <a:r>
              <a:rPr lang="en-IN" dirty="0">
                <a:solidFill>
                  <a:schemeClr val="bg1"/>
                </a:solidFill>
              </a:rPr>
              <a:t>(query);</a:t>
            </a:r>
          </a:p>
          <a:p>
            <a:pPr>
              <a:defRPr sz="1400">
                <a:latin typeface="Courier New"/>
              </a:defRPr>
            </a:pPr>
            <a:endParaRPr lang="en-IN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// Process the results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while (</a:t>
            </a:r>
            <a:r>
              <a:rPr lang="en-IN" dirty="0" err="1">
                <a:solidFill>
                  <a:schemeClr val="bg1"/>
                </a:solidFill>
              </a:rPr>
              <a:t>rs.next</a:t>
            </a:r>
            <a:r>
              <a:rPr lang="en-IN" dirty="0">
                <a:solidFill>
                  <a:schemeClr val="bg1"/>
                </a:solidFill>
              </a:rPr>
              <a:t>()) {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    String name = </a:t>
            </a:r>
            <a:r>
              <a:rPr lang="en-IN" dirty="0" err="1">
                <a:solidFill>
                  <a:schemeClr val="bg1"/>
                </a:solidFill>
              </a:rPr>
              <a:t>rs.getString</a:t>
            </a:r>
            <a:r>
              <a:rPr lang="en-IN" dirty="0">
                <a:solidFill>
                  <a:schemeClr val="bg1"/>
                </a:solidFill>
              </a:rPr>
              <a:t>("name"); // Retrieve name from </a:t>
            </a:r>
            <a:r>
              <a:rPr lang="en-IN" dirty="0" err="1">
                <a:solidFill>
                  <a:schemeClr val="bg1"/>
                </a:solidFill>
              </a:rPr>
              <a:t>db</a:t>
            </a:r>
            <a:endParaRPr lang="en-IN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(name); // Print result on console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}</a:t>
            </a:r>
          </a:p>
          <a:p>
            <a:pPr>
              <a:defRPr sz="1400">
                <a:latin typeface="Courier New"/>
              </a:defRPr>
            </a:pPr>
            <a:endParaRPr lang="en-IN" dirty="0">
              <a:solidFill>
                <a:schemeClr val="bg1"/>
              </a:solidFill>
            </a:endParaRP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// Close the statement and connection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st.close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con.close</a:t>
            </a:r>
            <a:r>
              <a:rPr lang="en-IN" dirty="0">
                <a:solidFill>
                  <a:schemeClr val="bg1"/>
                </a:solidFill>
              </a:rPr>
              <a:t>();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("Connection Closed....");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pPr>
              <a:defRPr sz="1400">
                <a:latin typeface="Courier New"/>
              </a:defRPr>
            </a:pPr>
            <a:r>
              <a:rPr lang="en-IN" dirty="0">
                <a:solidFill>
                  <a:schemeClr val="bg1"/>
                </a:solidFill>
              </a:rPr>
              <a:t>}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CBDF7F-C2A8-F57C-3A6E-0E5BFE1DA20D}"/>
              </a:ext>
            </a:extLst>
          </p:cNvPr>
          <p:cNvCxnSpPr/>
          <p:nvPr/>
        </p:nvCxnSpPr>
        <p:spPr>
          <a:xfrm>
            <a:off x="457200" y="141763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42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A36D-D924-1613-8B72-83D74D21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1767-A72A-6B93-2614-B8123832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Mini Walkthrough — JDBC Quick Demo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E41528-59DB-55B4-E58B-69E2E1B9F7EB}"/>
              </a:ext>
            </a:extLst>
          </p:cNvPr>
          <p:cNvCxnSpPr/>
          <p:nvPr/>
        </p:nvCxnSpPr>
        <p:spPr>
          <a:xfrm>
            <a:off x="457200" y="141763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37EE36-5D79-346D-A1A3-C62F76FF6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2257425"/>
            <a:ext cx="7934325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40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Common Errors &amp; Fixes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D231AF-3E67-3805-977E-2F1690D9FB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6195BB7-16FB-0B04-6DBF-CDDC1F694D12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vs ORM — When to use what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9BE828E-BE37-A58D-21DA-A690CD1469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3D73DB9-5728-D05D-EEDA-758F72CF8EF8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dirty="0"/>
              <a:t>Best Practices Checklist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D1AB9E-5F3B-C814-C0FF-BC9FCF9C29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88538D7-4C03-7031-91A3-C8FEB755BCFD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Summary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JDBC = standard way to talk to RDBMS from Java</a:t>
            </a:r>
          </a:p>
          <a:p>
            <a:r>
              <a:rPr sz="2400" dirty="0"/>
              <a:t>Modern style: auto-driver, </a:t>
            </a:r>
            <a:r>
              <a:rPr sz="2400" dirty="0" err="1"/>
              <a:t>PreparedStatement</a:t>
            </a:r>
            <a:r>
              <a:rPr sz="2400" dirty="0"/>
              <a:t>, pooling, transactions</a:t>
            </a:r>
          </a:p>
          <a:p>
            <a:r>
              <a:rPr sz="2400" dirty="0"/>
              <a:t>Secure, fast, maintainable code wins</a:t>
            </a:r>
          </a:p>
          <a:p>
            <a:r>
              <a:rPr sz="2400" dirty="0"/>
              <a:t>References:</a:t>
            </a:r>
          </a:p>
          <a:p>
            <a:pPr lvl="1"/>
            <a:r>
              <a:rPr sz="2400" dirty="0"/>
              <a:t>Java SE docs (</a:t>
            </a:r>
            <a:r>
              <a:rPr sz="2400" dirty="0" err="1"/>
              <a:t>java.sql</a:t>
            </a:r>
            <a:r>
              <a:rPr sz="2400" dirty="0"/>
              <a:t>, </a:t>
            </a:r>
            <a:r>
              <a:rPr sz="2400" dirty="0" err="1"/>
              <a:t>javax.sql</a:t>
            </a:r>
            <a:r>
              <a:rPr sz="2400" dirty="0"/>
              <a:t>)</a:t>
            </a:r>
          </a:p>
          <a:p>
            <a:pPr lvl="1"/>
            <a:r>
              <a:rPr sz="2400" dirty="0"/>
              <a:t>DB vendor JDBC docs (MySQL, Postgres, Oracle)</a:t>
            </a:r>
          </a:p>
          <a:p>
            <a:pPr lvl="1"/>
            <a:r>
              <a:rPr sz="2400" dirty="0" err="1"/>
              <a:t>HikariCP</a:t>
            </a:r>
            <a:r>
              <a:rPr sz="2400" dirty="0"/>
              <a:t> docs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77126D0-03B2-2A29-E6BF-0484967D44A3}"/>
              </a:ext>
            </a:extLst>
          </p:cNvPr>
          <p:cNvCxnSpPr/>
          <p:nvPr/>
        </p:nvCxnSpPr>
        <p:spPr>
          <a:xfrm>
            <a:off x="457200" y="1252728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AA867-D358-7AA2-3CBA-4A77AC4C0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Thank You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1C0C592-FF2A-6D23-047C-11C68EEA2399}"/>
              </a:ext>
            </a:extLst>
          </p:cNvPr>
          <p:cNvCxnSpPr/>
          <p:nvPr/>
        </p:nvCxnSpPr>
        <p:spPr>
          <a:xfrm>
            <a:off x="457200" y="3346704"/>
            <a:ext cx="81655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28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2034</Words>
  <Application>Microsoft Office PowerPoint</Application>
  <PresentationFormat>On-screen Show (4:3)</PresentationFormat>
  <Paragraphs>244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Unicode MS</vt:lpstr>
      <vt:lpstr>Calibri</vt:lpstr>
      <vt:lpstr>Consolas</vt:lpstr>
      <vt:lpstr>Google Sans Text</vt:lpstr>
      <vt:lpstr>Office Theme</vt:lpstr>
      <vt:lpstr>JDBC: Java Database Connectivity</vt:lpstr>
      <vt:lpstr>Agenda</vt:lpstr>
      <vt:lpstr>Prerequisites</vt:lpstr>
      <vt:lpstr>What is JDBC?</vt:lpstr>
      <vt:lpstr>JDBC Architecture (2-tier)</vt:lpstr>
      <vt:lpstr>JDBC Architecture (3-tier)</vt:lpstr>
      <vt:lpstr>Driver Types (use Type 4 today)</vt:lpstr>
      <vt:lpstr>Modern Driver Loading (JDBC 4+)</vt:lpstr>
      <vt:lpstr>Connection Steps</vt:lpstr>
      <vt:lpstr>Statement Types — When to use what</vt:lpstr>
      <vt:lpstr>ResultSet Basics</vt:lpstr>
      <vt:lpstr>Transactions (commit/rollback)</vt:lpstr>
      <vt:lpstr>Batch Updates (speed boost)</vt:lpstr>
      <vt:lpstr>Metadata (DB &amp; ResultSet)</vt:lpstr>
      <vt:lpstr>Scrollable &amp; Updatable ResultSets (know they exist)</vt:lpstr>
      <vt:lpstr>DataSource &amp; Pooling (real-world)</vt:lpstr>
      <vt:lpstr>URLs &amp; Drivers (quick reference)</vt:lpstr>
      <vt:lpstr>Security &amp; Gotchas</vt:lpstr>
      <vt:lpstr>Mini Walkthrough — JDBC Quick Demo</vt:lpstr>
      <vt:lpstr>Mini Walkthrough — JDBC Quick Demo</vt:lpstr>
      <vt:lpstr>Mini Walkthrough — JDBC Quick Demo</vt:lpstr>
      <vt:lpstr>Common Errors &amp; Fixes</vt:lpstr>
      <vt:lpstr>JDBC vs ORM — When to use what</vt:lpstr>
      <vt:lpstr>Best Practices Checklist</vt:lpstr>
      <vt:lpstr>Summary &amp; 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Asodekar, Samiksha Suhas (Cognizant)</cp:lastModifiedBy>
  <cp:revision>3</cp:revision>
  <dcterms:created xsi:type="dcterms:W3CDTF">2013-01-27T09:14:16Z</dcterms:created>
  <dcterms:modified xsi:type="dcterms:W3CDTF">2025-12-08T04:08:40Z</dcterms:modified>
  <cp:category/>
</cp:coreProperties>
</file>