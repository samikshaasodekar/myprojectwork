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" Type="http://schemas.openxmlformats.org/officeDocument/2006/relationships/presProps" Target="presProps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Welcome! We’ll refresh JDBC fundamentals and modern best practices in 60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and pace: beginner–intermediate brush-up.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Java basics, SQL basics, and a running DB server (MySQL/Postgres/Oracle).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simple: JDBC is the standard bridge between Java and RDBMS.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both models; most enterprise apps use a DataSource with pooling.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Type 4 drivers for modern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JDBC 4+ auto-loads drivers via ServiceLoader. Try-with-resources closes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modern flow: getConnection → PreparedStatement → ResultSet → close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PreparedStatement for safety and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cursor and column access by name vs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off autocommit for multi-step changes; commit on success, rollback on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Reduce round-trips by batching similar DML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for tooling/generators and generic utilities.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Available, but many apps prefer explicit SQL/ORM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DataSource with pooling (HikariCP etc.) for performance. In app servers, access via JNDI.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as a handy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SQL injection prevention and proper secret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a narrated demo: read &gt; insert &gt; update+rollback.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the frequent gotchas and quick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 pragmatic hybrid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end-to-end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audience;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stored procedures if your DB/organization prefers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that you can navigate both ways if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JDBC: Java Database Connectivity — Quick Brush-Up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Connect Java apps to relational databases, safely &amp; efficiently</a:t>
            </a:r>
          </a:p>
          <a:p>
            <a:r>
              <a:t>Presenter: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JDBC in 2 mins</a:t>
            </a:r>
          </a:p>
          <a:p>
            <a:pPr/>
            <a:r>
              <a:t>Architecture &amp; Driver types</a:t>
            </a:r>
          </a:p>
          <a:p>
            <a:pPr/>
            <a:r>
              <a:t>Connect → Query → Update (modern way)</a:t>
            </a:r>
          </a:p>
          <a:p>
            <a:pPr/>
            <a:r>
              <a:t>Statements &amp; ResultSets</a:t>
            </a:r>
          </a:p>
          <a:p>
            <a:pPr/>
            <a:r>
              <a:t>Transactions, Batching</a:t>
            </a:r>
          </a:p>
          <a:p>
            <a:pPr/>
            <a:r>
              <a:t>DataSource &amp; Pooling</a:t>
            </a:r>
          </a:p>
          <a:p>
            <a:pPr/>
            <a:r>
              <a:t>Mini walkthrough</a:t>
            </a:r>
          </a:p>
          <a:p>
            <a:pPr/>
            <a:r>
              <a:t>Best practices &amp; FAQs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 + SQL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Know basic SQL and have a DB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-- Read</a:t>
            </a:r>
            <a:br/>
            <a:r>
              <a:t>SELECT id,name FROM users WHERE city='Pune' ORDER BY id DESC;</a:t>
            </a:r>
            <a:br/>
            <a:br/>
            <a:r>
              <a:t>-- Insert</a:t>
            </a:r>
            <a:br/>
            <a:r>
              <a:t>INSERT INTO users(id,name,age) VALUES(101,'Sam',23);</a:t>
            </a:r>
            <a:br/>
            <a:br/>
            <a:r>
              <a:t>-- Update</a:t>
            </a:r>
            <a:br/>
            <a:r>
              <a:t>UPDATE users SET age=24 WHERE id=101;</a:t>
            </a:r>
            <a:br/>
            <a:br/>
            <a:r>
              <a:t>-- Delete</a:t>
            </a:r>
            <a:br/>
            <a:r>
              <a:t>DELETE FROM users WHERE id=101;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JDBC?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Standard Java API to talk to relational databases</a:t>
            </a:r>
          </a:p>
          <a:p>
            <a:pPr/>
            <a:r>
              <a:t>Lives in java.sql and javax.sql</a:t>
            </a:r>
          </a:p>
          <a:p>
            <a:pPr/>
            <a:r>
              <a:t>Works with any DB via vendor drivers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Architecture (2-tier &amp; 3-tier)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2-tier:</a:t>
            </a:r>
          </a:p>
          <a:p>
            <a:pPr lvl="1"/>
            <a:r>
              <a:t>App → JDBC API → Driver → DB</a:t>
            </a:r>
          </a:p>
          <a:p>
            <a:pPr/>
            <a:r>
              <a:t>3-tier:</a:t>
            </a:r>
          </a:p>
          <a:p>
            <a:pPr lvl="1"/>
            <a:r>
              <a:t>App → JDBC → App Server(DataSource/JNDI) →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Types (use Type 4 today)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Type 1: JDBC-ODBC Bridge (removed since Java 8)</a:t>
            </a:r>
          </a:p>
          <a:p>
            <a:pPr/>
            <a:r>
              <a:t>Type 2: Native API (legacy)</a:t>
            </a:r>
          </a:p>
          <a:p>
            <a:pPr/>
            <a:r>
              <a:t>Type 3: Middleware driver (legacy)</a:t>
            </a:r>
          </a:p>
          <a:p>
            <a:pPr/>
            <a:r>
              <a:t>Type 4: Pure Java (✅ preferred)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Modern Driver Loading (JDBC 4+)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No explicit Class.forName() needed if driver is on classpath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// Driver on classpath (e.g., MySQL: mysql-connector-j)</a:t>
            </a:r>
            <a:br/>
            <a:r>
              <a:t>try (Connection con = DriverManager.getConnection(</a:t>
            </a:r>
            <a:br/>
            <a:r>
              <a:t>        "jdbc:mysql://localhost:3306/shop?useSSL=false",</a:t>
            </a:r>
            <a:br/>
            <a:r>
              <a:t>        "root", "root")) {</a:t>
            </a:r>
            <a:br/>
            <a:r>
              <a:t>    // use con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 &amp; Query (PreparedStatement)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Always prefer PreparedStatement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String url = "jdbc:mysql://localhost:3306/shop";</a:t>
            </a:r>
            <a:br/>
            <a:r>
              <a:t>try (Connection con = DriverManager.getConnection(url, "root", "root");</a:t>
            </a:r>
            <a:br/>
            <a:r>
              <a:t>     PreparedStatement ps = con.prepareStatement(</a:t>
            </a:r>
            <a:br/>
            <a:r>
              <a:t>         "SELECT id,name,price FROM product WHERE price &gt; ?")) {</a:t>
            </a:r>
            <a:br/>
            <a:r>
              <a:t>    ps.setBigDecimal(1, new BigDecimal("100.00"));</a:t>
            </a:r>
            <a:br/>
            <a:r>
              <a:t>    try (ResultSet rs = ps.executeQuery()) {</a:t>
            </a:r>
            <a:br/>
            <a:r>
              <a:t>        while (rs.next()) {</a:t>
            </a:r>
            <a:br/>
            <a:r>
              <a:t>            System.out.println(rs.getInt("id") + " " + rs.getString("name"));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Statement Types — When to use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Statement → static SQL (rare in prod)</a:t>
            </a:r>
          </a:p>
          <a:p>
            <a:pPr/>
            <a:r>
              <a:t>PreparedStatement → parameterized, safe, faster (default)</a:t>
            </a:r>
          </a:p>
          <a:p>
            <a:pPr/>
            <a:r>
              <a:t>CallableStatement → stored procedures/functions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ResultSet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Iterate with next(), read via getters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while (rs.next()) {</a:t>
            </a:r>
            <a:br/>
            <a:r>
              <a:t>  int id = rs.getInt("id");</a:t>
            </a:r>
            <a:br/>
            <a:r>
              <a:t>  String n = rs.getString("name");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 (commit/rollback)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ACID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con.setAutoCommit(false);</a:t>
            </a:r>
            <a:br/>
            <a:r>
              <a:t>try (PreparedStatement debit = con.prepareStatement(</a:t>
            </a:r>
            <a:br/>
            <a:r>
              <a:t>         "UPDATE accounts SET bal = bal - ? WHERE id=?");</a:t>
            </a:r>
            <a:br/>
            <a:r>
              <a:t>     PreparedStatement credit = con.prepareStatement(</a:t>
            </a:r>
            <a:br/>
            <a:r>
              <a:t>         "UPDATE accounts SET bal = bal + ? WHERE id=?")) {</a:t>
            </a:r>
            <a:br/>
            <a:br/>
            <a:r>
              <a:t>  // set params … executeUpdate() …</a:t>
            </a:r>
            <a:br/>
            <a:r>
              <a:t>  con.commit();</a:t>
            </a:r>
            <a:br/>
            <a:r>
              <a:t>} catch (Exception e) {</a:t>
            </a:r>
            <a:br/>
            <a:r>
              <a:t>  con.rollback();</a:t>
            </a:r>
            <a:br/>
            <a:r>
              <a:t>  throw e;</a:t>
            </a:r>
            <a:br/>
            <a:r>
              <a:t>} finally {</a:t>
            </a:r>
            <a:br/>
            <a:r>
              <a:t>  con.setAutoCommit(true);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Batch Updates (speed boost)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Group many similar inserts/updates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try (PreparedStatement ps = con.prepareStatement(</a:t>
            </a:r>
            <a:br/>
            <a:r>
              <a:t>       "INSERT INTO logs(msg,created_at) VALUES(?,NOW())")) {</a:t>
            </a:r>
            <a:br/>
            <a:r>
              <a:t>  for (String m : messages) {</a:t>
            </a:r>
            <a:br/>
            <a:r>
              <a:t>    ps.setString(1, m);</a:t>
            </a:r>
            <a:br/>
            <a:r>
              <a:t>    ps.addBatch();</a:t>
            </a:r>
            <a:br/>
            <a:r>
              <a:t>  }</a:t>
            </a:r>
            <a:br/>
            <a:r>
              <a:t>  int[] counts = ps.executeBatch();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Metadata (DB &amp; ResultSet)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DatabaseMetaData &amp; ResultSetMetaData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DatabaseMetaData dbm = con.getMetaData();</a:t>
            </a:r>
            <a:br/>
            <a:r>
              <a:t>System.out.println(dbm.getDatabaseProductName());</a:t>
            </a:r>
            <a:br/>
            <a:br/>
            <a:r>
              <a:t>ResultSetMetaData md = rs.getMetaData();</a:t>
            </a:r>
            <a:br/>
            <a:r>
              <a:t>for (int i=1; i&lt;=md.getColumnCount(); i++) {</a:t>
            </a:r>
            <a:br/>
            <a:r>
              <a:t>  System.out.println(md.getColumnName(i));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Scrollable &amp; Updatable ResultSets (know they exist)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Request type &amp;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try (Statement st = con.createStatement(</a:t>
            </a:r>
            <a:br/>
            <a:r>
              <a:t>       ResultSet.TYPE_SCROLL_INSENSITIVE,</a:t>
            </a:r>
            <a:br/>
            <a:r>
              <a:t>       ResultSet.CONCUR_UPDATABLE)) {</a:t>
            </a:r>
            <a:br/>
            <a:r>
              <a:t>   // ...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DataSource &amp; Pooling (real-world)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Prefer pooled DataSource in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Context ctx = new InitialContext();</a:t>
            </a:r>
            <a:br/>
            <a:r>
              <a:t>DataSource ds = (DataSource) ctx.lookup("java:/comp/env/jdbc/shopDB");</a:t>
            </a:r>
            <a:br/>
            <a:r>
              <a:t>try (Connection con = ds.getConnection()) {</a:t>
            </a:r>
            <a:br/>
            <a:r>
              <a:t>  // use pooled connections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URLs &amp; Drivers (quick 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MySQL:</a:t>
            </a:r>
          </a:p>
          <a:p>
            <a:pPr lvl="1"/>
            <a:r>
              <a:t>`com.mysql.cj.jdbc.Driver`</a:t>
            </a:r>
          </a:p>
          <a:p>
            <a:pPr lvl="1"/>
            <a:r>
              <a:t>jdbc:mysql://host:3306/db?serverTimezone=UTC</a:t>
            </a:r>
          </a:p>
          <a:p>
            <a:pPr/>
            <a:r>
              <a:t>PostgreSQL:</a:t>
            </a:r>
          </a:p>
          <a:p>
            <a:pPr lvl="1"/>
            <a:r>
              <a:t>`org.postgresql.Driver`</a:t>
            </a:r>
          </a:p>
          <a:p>
            <a:pPr lvl="1"/>
            <a:r>
              <a:t>jdbc:postgresql://host:5432/db</a:t>
            </a:r>
          </a:p>
          <a:p>
            <a:pPr/>
            <a:r>
              <a:t>Oracle:</a:t>
            </a:r>
          </a:p>
          <a:p>
            <a:pPr lvl="1"/>
            <a:r>
              <a:t>`oracle.jdbc.OracleDriver`</a:t>
            </a:r>
          </a:p>
          <a:p>
            <a:pPr lvl="1"/>
            <a:r>
              <a:t>jdbc:oracle:thin:@//host:1521/servicename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Gotchas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ALWAYS use PreparedStatement (no string concatenation)</a:t>
            </a:r>
          </a:p>
          <a:p>
            <a:pPr/>
            <a:r>
              <a:t>Secrets via env/vaults, not hard-coded</a:t>
            </a:r>
          </a:p>
          <a:p>
            <a:pPr/>
            <a:r>
              <a:t>Close resources (try-with-resources)</a:t>
            </a:r>
          </a:p>
          <a:p>
            <a:pPr/>
            <a:r>
              <a:t>Set timezone/SSL parameters in JDBC URL as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Mini Walkthrough — JDBC Quick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Read, Insert, then rollback an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import java.math.BigDecimal;</a:t>
            </a:r>
            <a:br/>
            <a:r>
              <a:t>import java.sql.*;</a:t>
            </a:r>
            <a:br/>
            <a:br/>
            <a:r>
              <a:t>public class JdbcQuickDemo {</a:t>
            </a:r>
            <a:br/>
            <a:r>
              <a:t>  public static void main(String[] args) throws Exception {</a:t>
            </a:r>
            <a:br/>
            <a:r>
              <a:t>    String url = "jdbc:mysql://localhost:3306/shop?useSSL=false&amp;serverTimezone=UTC";</a:t>
            </a:r>
            <a:br/>
            <a:r>
              <a:t>    try (Connection con = DriverManager.getConnection(url, "root", "root")) {</a:t>
            </a:r>
            <a:br/>
            <a:br/>
            <a:r>
              <a:t>      try (PreparedStatement ps = con.prepareStatement(</a:t>
            </a:r>
            <a:br/>
            <a:r>
              <a:t>              "SELECT id,name,price FROM product WHERE price &gt; ? ORDER BY price DESC")) {</a:t>
            </a:r>
            <a:br/>
            <a:r>
              <a:t>        ps.setBigDecimal(1, new BigDecimal("100.00"));</a:t>
            </a:r>
            <a:br/>
            <a:r>
              <a:t>        try (ResultSet rs = ps.executeQuery()) {</a:t>
            </a:r>
            <a:br/>
            <a:r>
              <a:t>          while (rs.next()) {</a:t>
            </a:r>
            <a:br/>
            <a:r>
              <a:t>            System.out.printf("%d %s %.2f%n",</a:t>
            </a:r>
            <a:br/>
            <a:r>
              <a:t>                rs.getInt("id"), rs.getString("name"), rs.getBigDecimal("price"));</a:t>
            </a:r>
            <a:br/>
            <a:r>
              <a:t>          }</a:t>
            </a:r>
            <a:br/>
            <a:r>
              <a:t>        }</a:t>
            </a:r>
            <a:br/>
            <a:r>
              <a:t>      }</a:t>
            </a:r>
            <a:br/>
            <a:br/>
            <a:r>
              <a:t>      try (PreparedStatement ps = con.prepareStatement(</a:t>
            </a:r>
            <a:br/>
            <a:r>
              <a:t>              "INSERT INTO product(id,name,price) VALUES(?,?,?)")) {</a:t>
            </a:r>
            <a:br/>
            <a:r>
              <a:t>        ps.setInt(1, 500);</a:t>
            </a:r>
            <a:br/>
            <a:r>
              <a:t>        ps.setString(2, "Tripod");</a:t>
            </a:r>
            <a:br/>
            <a:r>
              <a:t>        ps.setBigDecimal(3, new BigDecimal("149.99"));</a:t>
            </a:r>
            <a:br/>
            <a:r>
              <a:t>        ps.executeUpdate();</a:t>
            </a:r>
            <a:br/>
            <a:r>
              <a:t>      }</a:t>
            </a:r>
            <a:br/>
            <a:br/>
            <a:r>
              <a:t>      con.setAutoCommit(false);</a:t>
            </a:r>
            <a:br/>
            <a:r>
              <a:t>      try (PreparedStatement ps = con.prepareStatement(</a:t>
            </a:r>
            <a:br/>
            <a:r>
              <a:t>              "UPDATE product SET price = price + ? WHERE id=?")) {</a:t>
            </a:r>
            <a:br/>
            <a:r>
              <a:t>        ps.setBigDecimal(1, new BigDecimal("10.00"));</a:t>
            </a:r>
            <a:br/>
            <a:r>
              <a:t>        ps.setInt(2, 500);</a:t>
            </a:r>
            <a:br/>
            <a:r>
              <a:t>        ps.executeUpdate();</a:t>
            </a:r>
            <a:br/>
            <a:r>
              <a:t>        con.rollback();</a:t>
            </a:r>
            <a:br/>
            <a:r>
              <a:t>      } finally {</a:t>
            </a:r>
            <a:br/>
            <a:r>
              <a:t>        con.setAutoCommit(true);</a:t>
            </a:r>
            <a:br/>
            <a:r>
              <a:t>      }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Errors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suitable driver</a:t>
            </a:r>
          </a:p>
          <a:p>
            <a:pPr lvl="1"/>
            <a:r>
              <a:t>→ Add JDBC driver JAR / check URL</a:t>
            </a:r>
          </a:p>
          <a:p>
            <a:pPr/>
            <a:r>
              <a:t>Communications link failure</a:t>
            </a:r>
          </a:p>
          <a:p>
            <a:pPr lvl="1"/>
            <a:r>
              <a:t>→ DB host/port/firewall</a:t>
            </a:r>
          </a:p>
          <a:p>
            <a:pPr/>
            <a:r>
              <a:t>Timezone/SSL warnings</a:t>
            </a:r>
          </a:p>
          <a:p>
            <a:pPr lvl="1"/>
            <a:r>
              <a:t>→ Add serverTimezone/SSL params</a:t>
            </a:r>
          </a:p>
          <a:p>
            <a:pPr/>
            <a:r>
              <a:t>Batch too large</a:t>
            </a:r>
          </a:p>
          <a:p>
            <a:pPr lvl="1"/>
            <a:r>
              <a:t>→ Reduce batch size / tune driver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vs ORM — When to use what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JDBC: full SQL control, small modules, batch jobs</a:t>
            </a:r>
          </a:p>
          <a:p>
            <a:pPr/>
            <a:r>
              <a:t>ORM (Hibernate/JPA): faster dev for complex domains</a:t>
            </a:r>
          </a:p>
          <a:p>
            <a:pPr/>
            <a:r>
              <a:t>Hybrid: ORM + tuned JDBC for hot paths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PreparedStatement everywhere</a:t>
            </a:r>
          </a:p>
          <a:p>
            <a:pPr/>
            <a:r>
              <a:t>Connection pools in prod (HikariCP)</a:t>
            </a:r>
          </a:p>
          <a:p>
            <a:pPr/>
            <a:r>
              <a:t>try-with-resources for all JDBC objects</a:t>
            </a:r>
          </a:p>
          <a:p>
            <a:pPr/>
            <a:r>
              <a:t>Explicit transactions for multi-step changes</a:t>
            </a:r>
          </a:p>
          <a:p>
            <a:pPr/>
            <a:r>
              <a:t>Log SQL + timings; add proper indexes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JDBC = standard way to talk to RDBMS from Java</a:t>
            </a:r>
          </a:p>
          <a:p>
            <a:pPr/>
            <a:r>
              <a:t>Modern style: auto-driver, PreparedStatement, pooling, transactions</a:t>
            </a:r>
          </a:p>
          <a:p>
            <a:pPr/>
            <a:r>
              <a:t>Secure, fast, maintainable code wins</a:t>
            </a:r>
          </a:p>
          <a:p>
            <a:pPr/>
            <a:r>
              <a:t>References:</a:t>
            </a:r>
          </a:p>
          <a:p>
            <a:pPr lvl="1"/>
            <a:r>
              <a:t>Java SE docs (java.sql, javax.sql)</a:t>
            </a:r>
          </a:p>
          <a:p>
            <a:pPr lvl="1"/>
            <a:r>
              <a:t>DB vendor JDBC docs (MySQL, Postgres, Oracle)</a:t>
            </a:r>
          </a:p>
          <a:p>
            <a:pPr lvl="1"/>
            <a:r>
              <a:t>HikariCP docs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CallableStatement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CallableStatement cs = con.prepareCall("{call raise_salary(?,?)}");</a:t>
            </a:r>
            <a:br/>
            <a:r>
              <a:t>cs.setInt(1, 101);</a:t>
            </a:r>
            <a:br/>
            <a:r>
              <a:t>cs.registerOutParameter(2, Types.DECIMAL);</a:t>
            </a:r>
            <a:br/>
            <a:r>
              <a:t>cs.execute();</a:t>
            </a:r>
            <a:br/>
            <a:r>
              <a:t>System.out.println(cs.getBigDecimal(2));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Backup: Scrollable ResultSet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try (Statement st = con.createStatement(</a:t>
            </a:r>
            <a:br/>
            <a:r>
              <a:t>       ResultSet.TYPE_SCROLL_INSENSITIVE, ResultSet.CONCUR_READ_ONLY);</a:t>
            </a:r>
            <a:br/>
            <a:r>
              <a:t>     ResultSet rs = st.executeQuery("SELECT id FROM product")) {</a:t>
            </a:r>
            <a:br/>
            <a:r>
              <a:t>  rs.afterLast();</a:t>
            </a:r>
            <a:br/>
            <a:r>
              <a:t>  while (rs.previous()) System.out.println(rs.getInt(1));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