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4"/>
  </p:notesMasterIdLst>
  <p:sldIdLst>
    <p:sldId id="256" r:id="rId2"/>
    <p:sldId id="257" r:id="rId3"/>
    <p:sldId id="261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50" d="100"/>
          <a:sy n="50" d="100"/>
        </p:scale>
        <p:origin x="12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odekar, Samiksha Suhas (Cognizant)" userId="8aadca54-061c-4abd-b96f-d682a0f2b119" providerId="ADAL" clId="{CAD31E22-822A-445E-B075-79477E914692}"/>
    <pc:docChg chg="modSld">
      <pc:chgData name="Asodekar, Samiksha Suhas (Cognizant)" userId="8aadca54-061c-4abd-b96f-d682a0f2b119" providerId="ADAL" clId="{CAD31E22-822A-445E-B075-79477E914692}" dt="2025-12-05T03:37:02.019" v="23" actId="20577"/>
      <pc:docMkLst>
        <pc:docMk/>
      </pc:docMkLst>
      <pc:sldChg chg="modSp mod">
        <pc:chgData name="Asodekar, Samiksha Suhas (Cognizant)" userId="8aadca54-061c-4abd-b96f-d682a0f2b119" providerId="ADAL" clId="{CAD31E22-822A-445E-B075-79477E914692}" dt="2025-12-05T03:37:02.019" v="23" actId="20577"/>
        <pc:sldMkLst>
          <pc:docMk/>
          <pc:sldMk cId="110737263" sldId="256"/>
        </pc:sldMkLst>
        <pc:spChg chg="mod">
          <ac:chgData name="Asodekar, Samiksha Suhas (Cognizant)" userId="8aadca54-061c-4abd-b96f-d682a0f2b119" providerId="ADAL" clId="{CAD31E22-822A-445E-B075-79477E914692}" dt="2025-12-05T03:37:02.019" v="23" actId="20577"/>
          <ac:spMkLst>
            <pc:docMk/>
            <pc:sldMk cId="110737263" sldId="256"/>
            <ac:spMk id="5" creationId="{9285041F-0364-6A84-CCB5-DBF583D9D65D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C4BAAB-4041-421A-96B5-F4F22F28FCC6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972644-6237-4685-A7C6-2791B8EBEFA9}">
      <dgm:prSet custT="1"/>
      <dgm:spPr/>
      <dgm:t>
        <a:bodyPr/>
        <a:lstStyle/>
        <a:p>
          <a:r>
            <a:rPr lang="en-US" sz="2400" dirty="0"/>
            <a:t>Core skill for backend + full‑stack developers</a:t>
          </a:r>
        </a:p>
      </dgm:t>
    </dgm:pt>
    <dgm:pt modelId="{B461DED7-9C73-4E4E-9F57-934D028B3D08}" type="parTrans" cxnId="{B0A31E0B-A9CF-472A-A1F0-FA36B85A0BA8}">
      <dgm:prSet/>
      <dgm:spPr/>
      <dgm:t>
        <a:bodyPr/>
        <a:lstStyle/>
        <a:p>
          <a:endParaRPr lang="en-US"/>
        </a:p>
      </dgm:t>
    </dgm:pt>
    <dgm:pt modelId="{5CA1023D-AB15-4BD1-A0AC-6DF2430EEA70}" type="sibTrans" cxnId="{B0A31E0B-A9CF-472A-A1F0-FA36B85A0BA8}">
      <dgm:prSet/>
      <dgm:spPr/>
      <dgm:t>
        <a:bodyPr/>
        <a:lstStyle/>
        <a:p>
          <a:endParaRPr lang="en-US"/>
        </a:p>
      </dgm:t>
    </dgm:pt>
    <dgm:pt modelId="{5646A4E1-7775-4960-87D8-735E2289EA26}">
      <dgm:prSet custT="1"/>
      <dgm:spPr/>
      <dgm:t>
        <a:bodyPr/>
        <a:lstStyle/>
        <a:p>
          <a:r>
            <a:rPr lang="en-US" sz="2400" dirty="0"/>
            <a:t>Used in real projects, interviews &amp; enterprise systems</a:t>
          </a:r>
        </a:p>
      </dgm:t>
    </dgm:pt>
    <dgm:pt modelId="{41EBF711-80A3-46E3-B99B-A1563B0E0B4F}" type="parTrans" cxnId="{BA58114A-EF3C-48D6-9DF4-0C7C192C5543}">
      <dgm:prSet/>
      <dgm:spPr/>
      <dgm:t>
        <a:bodyPr/>
        <a:lstStyle/>
        <a:p>
          <a:endParaRPr lang="en-US"/>
        </a:p>
      </dgm:t>
    </dgm:pt>
    <dgm:pt modelId="{7CBE7974-79F7-4B2E-A1BB-46D52B7CAA23}" type="sibTrans" cxnId="{BA58114A-EF3C-48D6-9DF4-0C7C192C5543}">
      <dgm:prSet/>
      <dgm:spPr/>
      <dgm:t>
        <a:bodyPr/>
        <a:lstStyle/>
        <a:p>
          <a:endParaRPr lang="en-US"/>
        </a:p>
      </dgm:t>
    </dgm:pt>
    <dgm:pt modelId="{DBDE2504-C3AD-48EB-9FB5-DB6FC98AE3FC}">
      <dgm:prSet custT="1"/>
      <dgm:spPr/>
      <dgm:t>
        <a:bodyPr/>
        <a:lstStyle/>
        <a:p>
          <a:r>
            <a:rPr lang="en-US" sz="2400" dirty="0"/>
            <a:t>Direct control over SQL logic</a:t>
          </a:r>
        </a:p>
      </dgm:t>
    </dgm:pt>
    <dgm:pt modelId="{9A338F28-B3B4-4413-B5C0-6DC803387C62}" type="parTrans" cxnId="{7D59E58B-6CA3-427B-8916-FE18F3C435F7}">
      <dgm:prSet/>
      <dgm:spPr/>
      <dgm:t>
        <a:bodyPr/>
        <a:lstStyle/>
        <a:p>
          <a:endParaRPr lang="en-US"/>
        </a:p>
      </dgm:t>
    </dgm:pt>
    <dgm:pt modelId="{32329ED6-7CD1-4083-99D4-4C990B0C7D9F}" type="sibTrans" cxnId="{7D59E58B-6CA3-427B-8916-FE18F3C435F7}">
      <dgm:prSet/>
      <dgm:spPr/>
      <dgm:t>
        <a:bodyPr/>
        <a:lstStyle/>
        <a:p>
          <a:endParaRPr lang="en-US"/>
        </a:p>
      </dgm:t>
    </dgm:pt>
    <dgm:pt modelId="{631069A2-E9FB-4A53-9840-6CB2D84BB2F9}">
      <dgm:prSet custT="1"/>
      <dgm:spPr/>
      <dgm:t>
        <a:bodyPr/>
        <a:lstStyle/>
        <a:p>
          <a:r>
            <a:rPr lang="en-US" sz="2400" dirty="0"/>
            <a:t>Builds foundation for ORM tools</a:t>
          </a:r>
        </a:p>
      </dgm:t>
    </dgm:pt>
    <dgm:pt modelId="{6C9D6315-A8DB-4C6D-BAA1-DDCEC16637B9}" type="parTrans" cxnId="{07FDBE90-ADCA-4F79-BD02-ABB07E5F7245}">
      <dgm:prSet/>
      <dgm:spPr/>
      <dgm:t>
        <a:bodyPr/>
        <a:lstStyle/>
        <a:p>
          <a:endParaRPr lang="en-US"/>
        </a:p>
      </dgm:t>
    </dgm:pt>
    <dgm:pt modelId="{E5657A70-7506-4885-AB1C-3EE18EA3EA78}" type="sibTrans" cxnId="{07FDBE90-ADCA-4F79-BD02-ABB07E5F7245}">
      <dgm:prSet/>
      <dgm:spPr/>
      <dgm:t>
        <a:bodyPr/>
        <a:lstStyle/>
        <a:p>
          <a:endParaRPr lang="en-US"/>
        </a:p>
      </dgm:t>
    </dgm:pt>
    <dgm:pt modelId="{3BB1C7C1-BDE9-4C39-B09E-67ACA2A680B2}" type="pres">
      <dgm:prSet presAssocID="{25C4BAAB-4041-421A-96B5-F4F22F28FCC6}" presName="vert0" presStyleCnt="0">
        <dgm:presLayoutVars>
          <dgm:dir/>
          <dgm:animOne val="branch"/>
          <dgm:animLvl val="lvl"/>
        </dgm:presLayoutVars>
      </dgm:prSet>
      <dgm:spPr/>
    </dgm:pt>
    <dgm:pt modelId="{2790D91E-1B39-41C2-8066-A499F414F618}" type="pres">
      <dgm:prSet presAssocID="{AC972644-6237-4685-A7C6-2791B8EBEFA9}" presName="thickLine" presStyleLbl="alignNode1" presStyleIdx="0" presStyleCnt="4"/>
      <dgm:spPr/>
    </dgm:pt>
    <dgm:pt modelId="{3BDE4806-3061-48D6-A122-2BF2E55554F5}" type="pres">
      <dgm:prSet presAssocID="{AC972644-6237-4685-A7C6-2791B8EBEFA9}" presName="horz1" presStyleCnt="0"/>
      <dgm:spPr/>
    </dgm:pt>
    <dgm:pt modelId="{62A84350-580E-4836-A5B8-6B9196420973}" type="pres">
      <dgm:prSet presAssocID="{AC972644-6237-4685-A7C6-2791B8EBEFA9}" presName="tx1" presStyleLbl="revTx" presStyleIdx="0" presStyleCnt="4"/>
      <dgm:spPr/>
    </dgm:pt>
    <dgm:pt modelId="{B2E167B9-5BF6-4D6D-8045-5F728CCD17A8}" type="pres">
      <dgm:prSet presAssocID="{AC972644-6237-4685-A7C6-2791B8EBEFA9}" presName="vert1" presStyleCnt="0"/>
      <dgm:spPr/>
    </dgm:pt>
    <dgm:pt modelId="{A2674FE6-1BF9-4C94-974B-198324A72F18}" type="pres">
      <dgm:prSet presAssocID="{5646A4E1-7775-4960-87D8-735E2289EA26}" presName="thickLine" presStyleLbl="alignNode1" presStyleIdx="1" presStyleCnt="4"/>
      <dgm:spPr/>
    </dgm:pt>
    <dgm:pt modelId="{4623B769-56A8-4F6C-AC92-CB8D17FD1D80}" type="pres">
      <dgm:prSet presAssocID="{5646A4E1-7775-4960-87D8-735E2289EA26}" presName="horz1" presStyleCnt="0"/>
      <dgm:spPr/>
    </dgm:pt>
    <dgm:pt modelId="{50F9140E-A672-4C70-9C8E-5281E94868EF}" type="pres">
      <dgm:prSet presAssocID="{5646A4E1-7775-4960-87D8-735E2289EA26}" presName="tx1" presStyleLbl="revTx" presStyleIdx="1" presStyleCnt="4"/>
      <dgm:spPr/>
    </dgm:pt>
    <dgm:pt modelId="{13640F2D-0A95-43F8-99BC-C1F41FA25442}" type="pres">
      <dgm:prSet presAssocID="{5646A4E1-7775-4960-87D8-735E2289EA26}" presName="vert1" presStyleCnt="0"/>
      <dgm:spPr/>
    </dgm:pt>
    <dgm:pt modelId="{DF7ADDDC-5A9C-4EEE-8100-9B4F28451D8F}" type="pres">
      <dgm:prSet presAssocID="{DBDE2504-C3AD-48EB-9FB5-DB6FC98AE3FC}" presName="thickLine" presStyleLbl="alignNode1" presStyleIdx="2" presStyleCnt="4"/>
      <dgm:spPr/>
    </dgm:pt>
    <dgm:pt modelId="{1B9050D2-A817-45D4-B84D-95335506D2ED}" type="pres">
      <dgm:prSet presAssocID="{DBDE2504-C3AD-48EB-9FB5-DB6FC98AE3FC}" presName="horz1" presStyleCnt="0"/>
      <dgm:spPr/>
    </dgm:pt>
    <dgm:pt modelId="{3677A10B-5DD5-4F46-8D0B-5EBF8711E94A}" type="pres">
      <dgm:prSet presAssocID="{DBDE2504-C3AD-48EB-9FB5-DB6FC98AE3FC}" presName="tx1" presStyleLbl="revTx" presStyleIdx="2" presStyleCnt="4"/>
      <dgm:spPr/>
    </dgm:pt>
    <dgm:pt modelId="{5537A6DD-B614-4BAD-9A3F-B2012543299F}" type="pres">
      <dgm:prSet presAssocID="{DBDE2504-C3AD-48EB-9FB5-DB6FC98AE3FC}" presName="vert1" presStyleCnt="0"/>
      <dgm:spPr/>
    </dgm:pt>
    <dgm:pt modelId="{E3FC05A5-FE03-433B-A49B-EF76A9821045}" type="pres">
      <dgm:prSet presAssocID="{631069A2-E9FB-4A53-9840-6CB2D84BB2F9}" presName="thickLine" presStyleLbl="alignNode1" presStyleIdx="3" presStyleCnt="4"/>
      <dgm:spPr/>
    </dgm:pt>
    <dgm:pt modelId="{8522B7E7-83AC-4C1B-94E8-0A685F31E490}" type="pres">
      <dgm:prSet presAssocID="{631069A2-E9FB-4A53-9840-6CB2D84BB2F9}" presName="horz1" presStyleCnt="0"/>
      <dgm:spPr/>
    </dgm:pt>
    <dgm:pt modelId="{F07963E7-45FA-45C0-9231-317E498DA3D9}" type="pres">
      <dgm:prSet presAssocID="{631069A2-E9FB-4A53-9840-6CB2D84BB2F9}" presName="tx1" presStyleLbl="revTx" presStyleIdx="3" presStyleCnt="4"/>
      <dgm:spPr/>
    </dgm:pt>
    <dgm:pt modelId="{BCE4C49A-28B3-4F5A-A07C-51A5A3E0C5E0}" type="pres">
      <dgm:prSet presAssocID="{631069A2-E9FB-4A53-9840-6CB2D84BB2F9}" presName="vert1" presStyleCnt="0"/>
      <dgm:spPr/>
    </dgm:pt>
  </dgm:ptLst>
  <dgm:cxnLst>
    <dgm:cxn modelId="{B0A31E0B-A9CF-472A-A1F0-FA36B85A0BA8}" srcId="{25C4BAAB-4041-421A-96B5-F4F22F28FCC6}" destId="{AC972644-6237-4685-A7C6-2791B8EBEFA9}" srcOrd="0" destOrd="0" parTransId="{B461DED7-9C73-4E4E-9F57-934D028B3D08}" sibTransId="{5CA1023D-AB15-4BD1-A0AC-6DF2430EEA70}"/>
    <dgm:cxn modelId="{BE16F930-B0F2-4418-A6CB-EEE3A9367D9F}" type="presOf" srcId="{AC972644-6237-4685-A7C6-2791B8EBEFA9}" destId="{62A84350-580E-4836-A5B8-6B9196420973}" srcOrd="0" destOrd="0" presId="urn:microsoft.com/office/officeart/2008/layout/LinedList"/>
    <dgm:cxn modelId="{37F18744-F258-4317-8371-A6673B74EF7C}" type="presOf" srcId="{DBDE2504-C3AD-48EB-9FB5-DB6FC98AE3FC}" destId="{3677A10B-5DD5-4F46-8D0B-5EBF8711E94A}" srcOrd="0" destOrd="0" presId="urn:microsoft.com/office/officeart/2008/layout/LinedList"/>
    <dgm:cxn modelId="{BA58114A-EF3C-48D6-9DF4-0C7C192C5543}" srcId="{25C4BAAB-4041-421A-96B5-F4F22F28FCC6}" destId="{5646A4E1-7775-4960-87D8-735E2289EA26}" srcOrd="1" destOrd="0" parTransId="{41EBF711-80A3-46E3-B99B-A1563B0E0B4F}" sibTransId="{7CBE7974-79F7-4B2E-A1BB-46D52B7CAA23}"/>
    <dgm:cxn modelId="{7D59E58B-6CA3-427B-8916-FE18F3C435F7}" srcId="{25C4BAAB-4041-421A-96B5-F4F22F28FCC6}" destId="{DBDE2504-C3AD-48EB-9FB5-DB6FC98AE3FC}" srcOrd="2" destOrd="0" parTransId="{9A338F28-B3B4-4413-B5C0-6DC803387C62}" sibTransId="{32329ED6-7CD1-4083-99D4-4C990B0C7D9F}"/>
    <dgm:cxn modelId="{07FDBE90-ADCA-4F79-BD02-ABB07E5F7245}" srcId="{25C4BAAB-4041-421A-96B5-F4F22F28FCC6}" destId="{631069A2-E9FB-4A53-9840-6CB2D84BB2F9}" srcOrd="3" destOrd="0" parTransId="{6C9D6315-A8DB-4C6D-BAA1-DDCEC16637B9}" sibTransId="{E5657A70-7506-4885-AB1C-3EE18EA3EA78}"/>
    <dgm:cxn modelId="{9D370795-94C6-42B0-B0C8-56C7D6FCD4D9}" type="presOf" srcId="{631069A2-E9FB-4A53-9840-6CB2D84BB2F9}" destId="{F07963E7-45FA-45C0-9231-317E498DA3D9}" srcOrd="0" destOrd="0" presId="urn:microsoft.com/office/officeart/2008/layout/LinedList"/>
    <dgm:cxn modelId="{3FDF8BBA-2D93-42E7-A686-C1676A706BC3}" type="presOf" srcId="{5646A4E1-7775-4960-87D8-735E2289EA26}" destId="{50F9140E-A672-4C70-9C8E-5281E94868EF}" srcOrd="0" destOrd="0" presId="urn:microsoft.com/office/officeart/2008/layout/LinedList"/>
    <dgm:cxn modelId="{FED717CF-9F52-4D9C-AFAE-E4DCA641694D}" type="presOf" srcId="{25C4BAAB-4041-421A-96B5-F4F22F28FCC6}" destId="{3BB1C7C1-BDE9-4C39-B09E-67ACA2A680B2}" srcOrd="0" destOrd="0" presId="urn:microsoft.com/office/officeart/2008/layout/LinedList"/>
    <dgm:cxn modelId="{C48B701D-9CC5-4DF9-A5E4-6BC09B650015}" type="presParOf" srcId="{3BB1C7C1-BDE9-4C39-B09E-67ACA2A680B2}" destId="{2790D91E-1B39-41C2-8066-A499F414F618}" srcOrd="0" destOrd="0" presId="urn:microsoft.com/office/officeart/2008/layout/LinedList"/>
    <dgm:cxn modelId="{68F342CA-3106-4520-9399-CED1F6639D8C}" type="presParOf" srcId="{3BB1C7C1-BDE9-4C39-B09E-67ACA2A680B2}" destId="{3BDE4806-3061-48D6-A122-2BF2E55554F5}" srcOrd="1" destOrd="0" presId="urn:microsoft.com/office/officeart/2008/layout/LinedList"/>
    <dgm:cxn modelId="{718C8D00-5334-457A-B8BA-ACBA2AC8AD3A}" type="presParOf" srcId="{3BDE4806-3061-48D6-A122-2BF2E55554F5}" destId="{62A84350-580E-4836-A5B8-6B9196420973}" srcOrd="0" destOrd="0" presId="urn:microsoft.com/office/officeart/2008/layout/LinedList"/>
    <dgm:cxn modelId="{A8E2B7D6-504C-4C24-892E-27CD39D461F7}" type="presParOf" srcId="{3BDE4806-3061-48D6-A122-2BF2E55554F5}" destId="{B2E167B9-5BF6-4D6D-8045-5F728CCD17A8}" srcOrd="1" destOrd="0" presId="urn:microsoft.com/office/officeart/2008/layout/LinedList"/>
    <dgm:cxn modelId="{DE2D1C91-C038-4013-95F7-89EB20790060}" type="presParOf" srcId="{3BB1C7C1-BDE9-4C39-B09E-67ACA2A680B2}" destId="{A2674FE6-1BF9-4C94-974B-198324A72F18}" srcOrd="2" destOrd="0" presId="urn:microsoft.com/office/officeart/2008/layout/LinedList"/>
    <dgm:cxn modelId="{37C348FA-4AFF-4475-A9FB-57586BAD79E9}" type="presParOf" srcId="{3BB1C7C1-BDE9-4C39-B09E-67ACA2A680B2}" destId="{4623B769-56A8-4F6C-AC92-CB8D17FD1D80}" srcOrd="3" destOrd="0" presId="urn:microsoft.com/office/officeart/2008/layout/LinedList"/>
    <dgm:cxn modelId="{38C83F26-242A-40FF-B70D-579B49137EEB}" type="presParOf" srcId="{4623B769-56A8-4F6C-AC92-CB8D17FD1D80}" destId="{50F9140E-A672-4C70-9C8E-5281E94868EF}" srcOrd="0" destOrd="0" presId="urn:microsoft.com/office/officeart/2008/layout/LinedList"/>
    <dgm:cxn modelId="{3300A9C2-CC37-44FA-B7ED-5790D564E8BB}" type="presParOf" srcId="{4623B769-56A8-4F6C-AC92-CB8D17FD1D80}" destId="{13640F2D-0A95-43F8-99BC-C1F41FA25442}" srcOrd="1" destOrd="0" presId="urn:microsoft.com/office/officeart/2008/layout/LinedList"/>
    <dgm:cxn modelId="{C83F2EC3-00CF-4CE7-8632-810700DA7937}" type="presParOf" srcId="{3BB1C7C1-BDE9-4C39-B09E-67ACA2A680B2}" destId="{DF7ADDDC-5A9C-4EEE-8100-9B4F28451D8F}" srcOrd="4" destOrd="0" presId="urn:microsoft.com/office/officeart/2008/layout/LinedList"/>
    <dgm:cxn modelId="{B9705DA6-CBE2-485A-8BCA-055326278CB5}" type="presParOf" srcId="{3BB1C7C1-BDE9-4C39-B09E-67ACA2A680B2}" destId="{1B9050D2-A817-45D4-B84D-95335506D2ED}" srcOrd="5" destOrd="0" presId="urn:microsoft.com/office/officeart/2008/layout/LinedList"/>
    <dgm:cxn modelId="{30CB1B8B-2697-49E5-899F-C551FDE92874}" type="presParOf" srcId="{1B9050D2-A817-45D4-B84D-95335506D2ED}" destId="{3677A10B-5DD5-4F46-8D0B-5EBF8711E94A}" srcOrd="0" destOrd="0" presId="urn:microsoft.com/office/officeart/2008/layout/LinedList"/>
    <dgm:cxn modelId="{415C9219-772B-4716-B55F-2723C1E5760D}" type="presParOf" srcId="{1B9050D2-A817-45D4-B84D-95335506D2ED}" destId="{5537A6DD-B614-4BAD-9A3F-B2012543299F}" srcOrd="1" destOrd="0" presId="urn:microsoft.com/office/officeart/2008/layout/LinedList"/>
    <dgm:cxn modelId="{340FA166-EB83-4E2C-AC5C-D795D1FDFBF4}" type="presParOf" srcId="{3BB1C7C1-BDE9-4C39-B09E-67ACA2A680B2}" destId="{E3FC05A5-FE03-433B-A49B-EF76A9821045}" srcOrd="6" destOrd="0" presId="urn:microsoft.com/office/officeart/2008/layout/LinedList"/>
    <dgm:cxn modelId="{54B6BCB7-C645-49F2-8537-9F790ACEED92}" type="presParOf" srcId="{3BB1C7C1-BDE9-4C39-B09E-67ACA2A680B2}" destId="{8522B7E7-83AC-4C1B-94E8-0A685F31E490}" srcOrd="7" destOrd="0" presId="urn:microsoft.com/office/officeart/2008/layout/LinedList"/>
    <dgm:cxn modelId="{3408AAE9-5C31-4D09-B12B-45973EF1FA62}" type="presParOf" srcId="{8522B7E7-83AC-4C1B-94E8-0A685F31E490}" destId="{F07963E7-45FA-45C0-9231-317E498DA3D9}" srcOrd="0" destOrd="0" presId="urn:microsoft.com/office/officeart/2008/layout/LinedList"/>
    <dgm:cxn modelId="{CEDF8C7B-9E2B-4B2F-BA57-F73D177DE925}" type="presParOf" srcId="{8522B7E7-83AC-4C1B-94E8-0A685F31E490}" destId="{BCE4C49A-28B3-4F5A-A07C-51A5A3E0C5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65BB98-3E78-4DAB-B29A-77E3CC9AAF3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6533FE09-4582-4591-8DA5-5B206D4E9A85}">
      <dgm:prSet/>
      <dgm:spPr/>
      <dgm:t>
        <a:bodyPr/>
        <a:lstStyle/>
        <a:p>
          <a:r>
            <a:rPr lang="en-US" b="0" i="0" baseline="0" dirty="0"/>
            <a:t>SQL = Structured Query Language</a:t>
          </a:r>
          <a:endParaRPr lang="en-US" dirty="0"/>
        </a:p>
      </dgm:t>
    </dgm:pt>
    <dgm:pt modelId="{8D4AF4E4-7F14-4D82-92A3-F642E4F2A07A}" type="parTrans" cxnId="{AC64750E-F34C-4408-AF6C-6AC4DB7503C3}">
      <dgm:prSet/>
      <dgm:spPr/>
      <dgm:t>
        <a:bodyPr/>
        <a:lstStyle/>
        <a:p>
          <a:endParaRPr lang="en-US"/>
        </a:p>
      </dgm:t>
    </dgm:pt>
    <dgm:pt modelId="{69A04BC9-73A6-49F9-8211-6539DCC0C734}" type="sibTrans" cxnId="{AC64750E-F34C-4408-AF6C-6AC4DB7503C3}">
      <dgm:prSet/>
      <dgm:spPr/>
      <dgm:t>
        <a:bodyPr/>
        <a:lstStyle/>
        <a:p>
          <a:endParaRPr lang="en-US"/>
        </a:p>
      </dgm:t>
    </dgm:pt>
    <dgm:pt modelId="{2A728381-8721-42F0-8FD0-D477E2E9BAB0}">
      <dgm:prSet/>
      <dgm:spPr/>
      <dgm:t>
        <a:bodyPr/>
        <a:lstStyle/>
        <a:p>
          <a:r>
            <a:rPr lang="en-US" b="0" i="0" baseline="0"/>
            <a:t>Tables → rows → columns</a:t>
          </a:r>
          <a:endParaRPr lang="en-US"/>
        </a:p>
      </dgm:t>
    </dgm:pt>
    <dgm:pt modelId="{E12158E7-F220-4195-96AD-3CFECEF56580}" type="parTrans" cxnId="{E13DF009-E49C-40A0-91A5-405E6245E287}">
      <dgm:prSet/>
      <dgm:spPr/>
      <dgm:t>
        <a:bodyPr/>
        <a:lstStyle/>
        <a:p>
          <a:endParaRPr lang="en-US"/>
        </a:p>
      </dgm:t>
    </dgm:pt>
    <dgm:pt modelId="{A13D1190-D26A-4672-BC16-231B7568F47B}" type="sibTrans" cxnId="{E13DF009-E49C-40A0-91A5-405E6245E287}">
      <dgm:prSet/>
      <dgm:spPr/>
      <dgm:t>
        <a:bodyPr/>
        <a:lstStyle/>
        <a:p>
          <a:endParaRPr lang="en-US"/>
        </a:p>
      </dgm:t>
    </dgm:pt>
    <dgm:pt modelId="{3DCE600C-AFBD-4E5D-9ED8-9D715076D08F}">
      <dgm:prSet/>
      <dgm:spPr/>
      <dgm:t>
        <a:bodyPr/>
        <a:lstStyle/>
        <a:p>
          <a:r>
            <a:rPr lang="en-US" b="0" i="0" baseline="0"/>
            <a:t>Key operations: </a:t>
          </a:r>
          <a:endParaRPr lang="en-US"/>
        </a:p>
      </dgm:t>
    </dgm:pt>
    <dgm:pt modelId="{DA557A02-32CF-4A41-A594-0E34A0DDB00C}" type="parTrans" cxnId="{5F429ED8-9BB0-42B3-86D4-68F24662B3F5}">
      <dgm:prSet/>
      <dgm:spPr/>
      <dgm:t>
        <a:bodyPr/>
        <a:lstStyle/>
        <a:p>
          <a:endParaRPr lang="en-US"/>
        </a:p>
      </dgm:t>
    </dgm:pt>
    <dgm:pt modelId="{7562493E-0895-4EB7-8467-9403C0AB3374}" type="sibTrans" cxnId="{5F429ED8-9BB0-42B3-86D4-68F24662B3F5}">
      <dgm:prSet/>
      <dgm:spPr/>
      <dgm:t>
        <a:bodyPr/>
        <a:lstStyle/>
        <a:p>
          <a:endParaRPr lang="en-US"/>
        </a:p>
      </dgm:t>
    </dgm:pt>
    <dgm:pt modelId="{7E17FEA8-1F36-4EEC-A71F-433E68093D80}">
      <dgm:prSet/>
      <dgm:spPr/>
      <dgm:t>
        <a:bodyPr/>
        <a:lstStyle/>
        <a:p>
          <a:endParaRPr lang="en-IN"/>
        </a:p>
      </dgm:t>
    </dgm:pt>
    <dgm:pt modelId="{D66D203B-7F21-49BC-814D-D5CB70A5C2B7}" type="parTrans" cxnId="{7167CAAB-7FBD-4763-ADA1-9BF8BA993FDE}">
      <dgm:prSet/>
      <dgm:spPr/>
      <dgm:t>
        <a:bodyPr/>
        <a:lstStyle/>
        <a:p>
          <a:endParaRPr lang="en-US"/>
        </a:p>
      </dgm:t>
    </dgm:pt>
    <dgm:pt modelId="{9E2652C5-7569-4FDE-AF9F-D0678C8924AE}" type="sibTrans" cxnId="{7167CAAB-7FBD-4763-ADA1-9BF8BA993FDE}">
      <dgm:prSet/>
      <dgm:spPr/>
      <dgm:t>
        <a:bodyPr/>
        <a:lstStyle/>
        <a:p>
          <a:endParaRPr lang="en-US"/>
        </a:p>
      </dgm:t>
    </dgm:pt>
    <dgm:pt modelId="{820E10B5-6A1F-4F90-9A38-BF0CDFD8EA84}" type="pres">
      <dgm:prSet presAssocID="{BC65BB98-3E78-4DAB-B29A-77E3CC9AAF32}" presName="root" presStyleCnt="0">
        <dgm:presLayoutVars>
          <dgm:dir/>
          <dgm:resizeHandles val="exact"/>
        </dgm:presLayoutVars>
      </dgm:prSet>
      <dgm:spPr/>
    </dgm:pt>
    <dgm:pt modelId="{02B79006-653B-4F45-8D7A-F6E3E9965EBC}" type="pres">
      <dgm:prSet presAssocID="{BC65BB98-3E78-4DAB-B29A-77E3CC9AAF32}" presName="container" presStyleCnt="0">
        <dgm:presLayoutVars>
          <dgm:dir/>
          <dgm:resizeHandles val="exact"/>
        </dgm:presLayoutVars>
      </dgm:prSet>
      <dgm:spPr/>
    </dgm:pt>
    <dgm:pt modelId="{9CAF04E6-72D3-4A08-98D8-487D3099929B}" type="pres">
      <dgm:prSet presAssocID="{6533FE09-4582-4591-8DA5-5B206D4E9A85}" presName="compNode" presStyleCnt="0"/>
      <dgm:spPr/>
    </dgm:pt>
    <dgm:pt modelId="{1664A4DC-C328-4BE2-8F8C-47CDD6006D27}" type="pres">
      <dgm:prSet presAssocID="{6533FE09-4582-4591-8DA5-5B206D4E9A85}" presName="iconBgRect" presStyleLbl="bgShp" presStyleIdx="0" presStyleCnt="3"/>
      <dgm:spPr/>
    </dgm:pt>
    <dgm:pt modelId="{EF09D5CB-779E-4669-8ABF-E9FFC770E6C6}" type="pres">
      <dgm:prSet presAssocID="{6533FE09-4582-4591-8DA5-5B206D4E9A8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767B851-1A0A-42E8-AB37-197A1BCBDD9C}" type="pres">
      <dgm:prSet presAssocID="{6533FE09-4582-4591-8DA5-5B206D4E9A85}" presName="spaceRect" presStyleCnt="0"/>
      <dgm:spPr/>
    </dgm:pt>
    <dgm:pt modelId="{B4D03E69-9362-422C-86F4-677481BFFDF7}" type="pres">
      <dgm:prSet presAssocID="{6533FE09-4582-4591-8DA5-5B206D4E9A85}" presName="textRect" presStyleLbl="revTx" presStyleIdx="0" presStyleCnt="3">
        <dgm:presLayoutVars>
          <dgm:chMax val="1"/>
          <dgm:chPref val="1"/>
        </dgm:presLayoutVars>
      </dgm:prSet>
      <dgm:spPr/>
    </dgm:pt>
    <dgm:pt modelId="{8D65A08C-EDF9-483F-BC3B-C603C39A7FFA}" type="pres">
      <dgm:prSet presAssocID="{69A04BC9-73A6-49F9-8211-6539DCC0C734}" presName="sibTrans" presStyleLbl="sibTrans2D1" presStyleIdx="0" presStyleCnt="0"/>
      <dgm:spPr/>
    </dgm:pt>
    <dgm:pt modelId="{426D982C-6CD3-4A21-A9F7-0AE8E9E26EA2}" type="pres">
      <dgm:prSet presAssocID="{2A728381-8721-42F0-8FD0-D477E2E9BAB0}" presName="compNode" presStyleCnt="0"/>
      <dgm:spPr/>
    </dgm:pt>
    <dgm:pt modelId="{DB03BFF7-1078-41A9-BEFC-F12C06EAA88C}" type="pres">
      <dgm:prSet presAssocID="{2A728381-8721-42F0-8FD0-D477E2E9BAB0}" presName="iconBgRect" presStyleLbl="bgShp" presStyleIdx="1" presStyleCnt="3"/>
      <dgm:spPr/>
    </dgm:pt>
    <dgm:pt modelId="{0CD0E972-7477-4D32-9D31-624F12FD433A}" type="pres">
      <dgm:prSet presAssocID="{2A728381-8721-42F0-8FD0-D477E2E9BAB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46D7F8A-FBA7-4782-A22E-5B6DAA50E0C4}" type="pres">
      <dgm:prSet presAssocID="{2A728381-8721-42F0-8FD0-D477E2E9BAB0}" presName="spaceRect" presStyleCnt="0"/>
      <dgm:spPr/>
    </dgm:pt>
    <dgm:pt modelId="{43731C35-C947-4192-92DA-5F53628C42FF}" type="pres">
      <dgm:prSet presAssocID="{2A728381-8721-42F0-8FD0-D477E2E9BAB0}" presName="textRect" presStyleLbl="revTx" presStyleIdx="1" presStyleCnt="3">
        <dgm:presLayoutVars>
          <dgm:chMax val="1"/>
          <dgm:chPref val="1"/>
        </dgm:presLayoutVars>
      </dgm:prSet>
      <dgm:spPr/>
    </dgm:pt>
    <dgm:pt modelId="{17924341-55DB-421B-A4FC-D1EF932D1777}" type="pres">
      <dgm:prSet presAssocID="{A13D1190-D26A-4672-BC16-231B7568F47B}" presName="sibTrans" presStyleLbl="sibTrans2D1" presStyleIdx="0" presStyleCnt="0"/>
      <dgm:spPr/>
    </dgm:pt>
    <dgm:pt modelId="{DAEACC7F-CB45-4947-BAE8-EDC69FA78A38}" type="pres">
      <dgm:prSet presAssocID="{3DCE600C-AFBD-4E5D-9ED8-9D715076D08F}" presName="compNode" presStyleCnt="0"/>
      <dgm:spPr/>
    </dgm:pt>
    <dgm:pt modelId="{35255F5C-AB3A-45B1-A283-5BA2F97C1DCA}" type="pres">
      <dgm:prSet presAssocID="{3DCE600C-AFBD-4E5D-9ED8-9D715076D08F}" presName="iconBgRect" presStyleLbl="bgShp" presStyleIdx="2" presStyleCnt="3"/>
      <dgm:spPr/>
    </dgm:pt>
    <dgm:pt modelId="{C3F955E9-6DA0-4902-83D7-9F265EEFC45B}" type="pres">
      <dgm:prSet presAssocID="{3DCE600C-AFBD-4E5D-9ED8-9D715076D08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573745F-3DE0-4C70-B784-B69E5BC795AC}" type="pres">
      <dgm:prSet presAssocID="{3DCE600C-AFBD-4E5D-9ED8-9D715076D08F}" presName="spaceRect" presStyleCnt="0"/>
      <dgm:spPr/>
    </dgm:pt>
    <dgm:pt modelId="{4C305365-901B-4990-833E-EB88D326B98D}" type="pres">
      <dgm:prSet presAssocID="{3DCE600C-AFBD-4E5D-9ED8-9D715076D08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13DF009-E49C-40A0-91A5-405E6245E287}" srcId="{BC65BB98-3E78-4DAB-B29A-77E3CC9AAF32}" destId="{2A728381-8721-42F0-8FD0-D477E2E9BAB0}" srcOrd="1" destOrd="0" parTransId="{E12158E7-F220-4195-96AD-3CFECEF56580}" sibTransId="{A13D1190-D26A-4672-BC16-231B7568F47B}"/>
    <dgm:cxn modelId="{AC64750E-F34C-4408-AF6C-6AC4DB7503C3}" srcId="{BC65BB98-3E78-4DAB-B29A-77E3CC9AAF32}" destId="{6533FE09-4582-4591-8DA5-5B206D4E9A85}" srcOrd="0" destOrd="0" parTransId="{8D4AF4E4-7F14-4D82-92A3-F642E4F2A07A}" sibTransId="{69A04BC9-73A6-49F9-8211-6539DCC0C734}"/>
    <dgm:cxn modelId="{AAC4898B-61C0-41C8-9978-1FCF89DA02DB}" type="presOf" srcId="{69A04BC9-73A6-49F9-8211-6539DCC0C734}" destId="{8D65A08C-EDF9-483F-BC3B-C603C39A7FFA}" srcOrd="0" destOrd="0" presId="urn:microsoft.com/office/officeart/2018/2/layout/IconCircleList"/>
    <dgm:cxn modelId="{143C2996-327E-4E3E-9A72-15AB04779569}" type="presOf" srcId="{3DCE600C-AFBD-4E5D-9ED8-9D715076D08F}" destId="{4C305365-901B-4990-833E-EB88D326B98D}" srcOrd="0" destOrd="0" presId="urn:microsoft.com/office/officeart/2018/2/layout/IconCircleList"/>
    <dgm:cxn modelId="{F2C5BCA2-B904-459E-8FF6-28B349E04A60}" type="presOf" srcId="{BC65BB98-3E78-4DAB-B29A-77E3CC9AAF32}" destId="{820E10B5-6A1F-4F90-9A38-BF0CDFD8EA84}" srcOrd="0" destOrd="0" presId="urn:microsoft.com/office/officeart/2018/2/layout/IconCircleList"/>
    <dgm:cxn modelId="{7167CAAB-7FBD-4763-ADA1-9BF8BA993FDE}" srcId="{3DCE600C-AFBD-4E5D-9ED8-9D715076D08F}" destId="{7E17FEA8-1F36-4EEC-A71F-433E68093D80}" srcOrd="0" destOrd="0" parTransId="{D66D203B-7F21-49BC-814D-D5CB70A5C2B7}" sibTransId="{9E2652C5-7569-4FDE-AF9F-D0678C8924AE}"/>
    <dgm:cxn modelId="{B73B3FC4-802D-43A4-A983-4FB3C81D5974}" type="presOf" srcId="{2A728381-8721-42F0-8FD0-D477E2E9BAB0}" destId="{43731C35-C947-4192-92DA-5F53628C42FF}" srcOrd="0" destOrd="0" presId="urn:microsoft.com/office/officeart/2018/2/layout/IconCircleList"/>
    <dgm:cxn modelId="{5F429ED8-9BB0-42B3-86D4-68F24662B3F5}" srcId="{BC65BB98-3E78-4DAB-B29A-77E3CC9AAF32}" destId="{3DCE600C-AFBD-4E5D-9ED8-9D715076D08F}" srcOrd="2" destOrd="0" parTransId="{DA557A02-32CF-4A41-A594-0E34A0DDB00C}" sibTransId="{7562493E-0895-4EB7-8467-9403C0AB3374}"/>
    <dgm:cxn modelId="{FDE9AED9-6F01-4AB0-96FC-46AFBB63355F}" type="presOf" srcId="{6533FE09-4582-4591-8DA5-5B206D4E9A85}" destId="{B4D03E69-9362-422C-86F4-677481BFFDF7}" srcOrd="0" destOrd="0" presId="urn:microsoft.com/office/officeart/2018/2/layout/IconCircleList"/>
    <dgm:cxn modelId="{1B5153E6-190D-4F09-98CA-CE54199641EC}" type="presOf" srcId="{A13D1190-D26A-4672-BC16-231B7568F47B}" destId="{17924341-55DB-421B-A4FC-D1EF932D1777}" srcOrd="0" destOrd="0" presId="urn:microsoft.com/office/officeart/2018/2/layout/IconCircleList"/>
    <dgm:cxn modelId="{47B0A7A4-FE73-4BE9-8A55-0F9160D5125C}" type="presParOf" srcId="{820E10B5-6A1F-4F90-9A38-BF0CDFD8EA84}" destId="{02B79006-653B-4F45-8D7A-F6E3E9965EBC}" srcOrd="0" destOrd="0" presId="urn:microsoft.com/office/officeart/2018/2/layout/IconCircleList"/>
    <dgm:cxn modelId="{DC80FE0A-F136-4DE7-8B2D-AC88E96A6002}" type="presParOf" srcId="{02B79006-653B-4F45-8D7A-F6E3E9965EBC}" destId="{9CAF04E6-72D3-4A08-98D8-487D3099929B}" srcOrd="0" destOrd="0" presId="urn:microsoft.com/office/officeart/2018/2/layout/IconCircleList"/>
    <dgm:cxn modelId="{235CF36F-283A-4AA5-8963-54F108929B4D}" type="presParOf" srcId="{9CAF04E6-72D3-4A08-98D8-487D3099929B}" destId="{1664A4DC-C328-4BE2-8F8C-47CDD6006D27}" srcOrd="0" destOrd="0" presId="urn:microsoft.com/office/officeart/2018/2/layout/IconCircleList"/>
    <dgm:cxn modelId="{F8873BF3-2304-4F1C-8327-6FA6B0556C31}" type="presParOf" srcId="{9CAF04E6-72D3-4A08-98D8-487D3099929B}" destId="{EF09D5CB-779E-4669-8ABF-E9FFC770E6C6}" srcOrd="1" destOrd="0" presId="urn:microsoft.com/office/officeart/2018/2/layout/IconCircleList"/>
    <dgm:cxn modelId="{3D5B26C1-A15F-4A8F-9B35-03680849F8D6}" type="presParOf" srcId="{9CAF04E6-72D3-4A08-98D8-487D3099929B}" destId="{7767B851-1A0A-42E8-AB37-197A1BCBDD9C}" srcOrd="2" destOrd="0" presId="urn:microsoft.com/office/officeart/2018/2/layout/IconCircleList"/>
    <dgm:cxn modelId="{9625C5EB-F662-47B9-8BEB-E0DC85AF677C}" type="presParOf" srcId="{9CAF04E6-72D3-4A08-98D8-487D3099929B}" destId="{B4D03E69-9362-422C-86F4-677481BFFDF7}" srcOrd="3" destOrd="0" presId="urn:microsoft.com/office/officeart/2018/2/layout/IconCircleList"/>
    <dgm:cxn modelId="{D84DF627-9EF6-4A1A-AE70-3E7F49F9AEEA}" type="presParOf" srcId="{02B79006-653B-4F45-8D7A-F6E3E9965EBC}" destId="{8D65A08C-EDF9-483F-BC3B-C603C39A7FFA}" srcOrd="1" destOrd="0" presId="urn:microsoft.com/office/officeart/2018/2/layout/IconCircleList"/>
    <dgm:cxn modelId="{4434AE57-77A6-4CBF-8A73-3130B7D32A5A}" type="presParOf" srcId="{02B79006-653B-4F45-8D7A-F6E3E9965EBC}" destId="{426D982C-6CD3-4A21-A9F7-0AE8E9E26EA2}" srcOrd="2" destOrd="0" presId="urn:microsoft.com/office/officeart/2018/2/layout/IconCircleList"/>
    <dgm:cxn modelId="{590D941B-90CE-43E3-B16B-C6D37110C7BC}" type="presParOf" srcId="{426D982C-6CD3-4A21-A9F7-0AE8E9E26EA2}" destId="{DB03BFF7-1078-41A9-BEFC-F12C06EAA88C}" srcOrd="0" destOrd="0" presId="urn:microsoft.com/office/officeart/2018/2/layout/IconCircleList"/>
    <dgm:cxn modelId="{565C33F0-58DE-4758-8710-39A0FEAFD8C5}" type="presParOf" srcId="{426D982C-6CD3-4A21-A9F7-0AE8E9E26EA2}" destId="{0CD0E972-7477-4D32-9D31-624F12FD433A}" srcOrd="1" destOrd="0" presId="urn:microsoft.com/office/officeart/2018/2/layout/IconCircleList"/>
    <dgm:cxn modelId="{01C4CBC6-0A3E-4706-AFEE-CAB1E4547F20}" type="presParOf" srcId="{426D982C-6CD3-4A21-A9F7-0AE8E9E26EA2}" destId="{246D7F8A-FBA7-4782-A22E-5B6DAA50E0C4}" srcOrd="2" destOrd="0" presId="urn:microsoft.com/office/officeart/2018/2/layout/IconCircleList"/>
    <dgm:cxn modelId="{659E7C0E-FFD7-4359-93AA-633EDD5CD0C9}" type="presParOf" srcId="{426D982C-6CD3-4A21-A9F7-0AE8E9E26EA2}" destId="{43731C35-C947-4192-92DA-5F53628C42FF}" srcOrd="3" destOrd="0" presId="urn:microsoft.com/office/officeart/2018/2/layout/IconCircleList"/>
    <dgm:cxn modelId="{72BBDAB8-5AB1-4985-B1F6-76A5209420B6}" type="presParOf" srcId="{02B79006-653B-4F45-8D7A-F6E3E9965EBC}" destId="{17924341-55DB-421B-A4FC-D1EF932D1777}" srcOrd="3" destOrd="0" presId="urn:microsoft.com/office/officeart/2018/2/layout/IconCircleList"/>
    <dgm:cxn modelId="{775422BF-7B07-486F-BE65-39B4BF854C7F}" type="presParOf" srcId="{02B79006-653B-4F45-8D7A-F6E3E9965EBC}" destId="{DAEACC7F-CB45-4947-BAE8-EDC69FA78A38}" srcOrd="4" destOrd="0" presId="urn:microsoft.com/office/officeart/2018/2/layout/IconCircleList"/>
    <dgm:cxn modelId="{DE9E2EBC-68E4-47FE-A1EF-2609E2FA5E02}" type="presParOf" srcId="{DAEACC7F-CB45-4947-BAE8-EDC69FA78A38}" destId="{35255F5C-AB3A-45B1-A283-5BA2F97C1DCA}" srcOrd="0" destOrd="0" presId="urn:microsoft.com/office/officeart/2018/2/layout/IconCircleList"/>
    <dgm:cxn modelId="{52EF50D2-D972-4EE9-978E-CCAB1DA47B2D}" type="presParOf" srcId="{DAEACC7F-CB45-4947-BAE8-EDC69FA78A38}" destId="{C3F955E9-6DA0-4902-83D7-9F265EEFC45B}" srcOrd="1" destOrd="0" presId="urn:microsoft.com/office/officeart/2018/2/layout/IconCircleList"/>
    <dgm:cxn modelId="{6CFFE29C-4034-4D97-A372-7E823529327A}" type="presParOf" srcId="{DAEACC7F-CB45-4947-BAE8-EDC69FA78A38}" destId="{E573745F-3DE0-4C70-B784-B69E5BC795AC}" srcOrd="2" destOrd="0" presId="urn:microsoft.com/office/officeart/2018/2/layout/IconCircleList"/>
    <dgm:cxn modelId="{B27347EC-9BBD-49FD-99B9-B15F9E1E0FD5}" type="presParOf" srcId="{DAEACC7F-CB45-4947-BAE8-EDC69FA78A38}" destId="{4C305365-901B-4990-833E-EB88D326B98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1559BA-B2A8-47DA-9F35-85E0AC67BC8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0F2AA0D-5657-4133-BCAB-91E182093C9B}">
      <dgm:prSet/>
      <dgm:spPr/>
      <dgm:t>
        <a:bodyPr/>
        <a:lstStyle/>
        <a:p>
          <a:r>
            <a:rPr lang="en-IN" b="1"/>
            <a:t>Indexes</a:t>
          </a:r>
          <a:r>
            <a:rPr lang="en-IN"/>
            <a:t> → speed up queries (B‑Tree structures)</a:t>
          </a:r>
          <a:endParaRPr lang="en-US"/>
        </a:p>
      </dgm:t>
    </dgm:pt>
    <dgm:pt modelId="{4C2233CB-1A85-4B69-A8E7-6233807EC518}" type="parTrans" cxnId="{F4131BEB-E6CD-4320-9A65-228B8FB84EA6}">
      <dgm:prSet/>
      <dgm:spPr/>
      <dgm:t>
        <a:bodyPr/>
        <a:lstStyle/>
        <a:p>
          <a:endParaRPr lang="en-US"/>
        </a:p>
      </dgm:t>
    </dgm:pt>
    <dgm:pt modelId="{64564464-74B1-4F2D-9047-4419B94188DC}" type="sibTrans" cxnId="{F4131BEB-E6CD-4320-9A65-228B8FB84EA6}">
      <dgm:prSet/>
      <dgm:spPr/>
      <dgm:t>
        <a:bodyPr/>
        <a:lstStyle/>
        <a:p>
          <a:endParaRPr lang="en-US"/>
        </a:p>
      </dgm:t>
    </dgm:pt>
    <dgm:pt modelId="{9AFC66D3-AF0B-4209-8169-BD8DC22CD3C7}">
      <dgm:prSet/>
      <dgm:spPr/>
      <dgm:t>
        <a:bodyPr/>
        <a:lstStyle/>
        <a:p>
          <a:r>
            <a:rPr lang="en-IN" b="1" dirty="0"/>
            <a:t>Normalization vs Denormalization</a:t>
          </a:r>
          <a:r>
            <a:rPr lang="en-IN" dirty="0"/>
            <a:t> → balance storage vs speed</a:t>
          </a:r>
          <a:endParaRPr lang="en-US" dirty="0"/>
        </a:p>
      </dgm:t>
    </dgm:pt>
    <dgm:pt modelId="{3B76B5E0-465F-43CA-86F1-A3CCEFE770D2}" type="parTrans" cxnId="{0146B9BB-28E6-42F4-8F71-4CC041C48249}">
      <dgm:prSet/>
      <dgm:spPr/>
      <dgm:t>
        <a:bodyPr/>
        <a:lstStyle/>
        <a:p>
          <a:endParaRPr lang="en-US"/>
        </a:p>
      </dgm:t>
    </dgm:pt>
    <dgm:pt modelId="{A5E5924E-7D20-4152-897F-2779587A87E8}" type="sibTrans" cxnId="{0146B9BB-28E6-42F4-8F71-4CC041C48249}">
      <dgm:prSet/>
      <dgm:spPr/>
      <dgm:t>
        <a:bodyPr/>
        <a:lstStyle/>
        <a:p>
          <a:endParaRPr lang="en-US"/>
        </a:p>
      </dgm:t>
    </dgm:pt>
    <dgm:pt modelId="{D247BE1C-4C9B-48CC-AAE4-57EBD7B2BE83}">
      <dgm:prSet/>
      <dgm:spPr/>
      <dgm:t>
        <a:bodyPr/>
        <a:lstStyle/>
        <a:p>
          <a:r>
            <a:rPr lang="en-IN" b="1"/>
            <a:t>Transactions</a:t>
          </a:r>
          <a:r>
            <a:rPr lang="en-IN"/>
            <a:t> → ensure consistency (Commit / Rollback)</a:t>
          </a:r>
          <a:endParaRPr lang="en-US"/>
        </a:p>
      </dgm:t>
    </dgm:pt>
    <dgm:pt modelId="{2022357E-2D36-4EAC-95D1-AEC9D6EFD672}" type="parTrans" cxnId="{B30CBD3B-3A66-489A-9DBA-0E394146FD02}">
      <dgm:prSet/>
      <dgm:spPr/>
      <dgm:t>
        <a:bodyPr/>
        <a:lstStyle/>
        <a:p>
          <a:endParaRPr lang="en-US"/>
        </a:p>
      </dgm:t>
    </dgm:pt>
    <dgm:pt modelId="{98CF1EB4-9D9A-4B9D-8BBE-56743CE6D66D}" type="sibTrans" cxnId="{B30CBD3B-3A66-489A-9DBA-0E394146FD02}">
      <dgm:prSet/>
      <dgm:spPr/>
      <dgm:t>
        <a:bodyPr/>
        <a:lstStyle/>
        <a:p>
          <a:endParaRPr lang="en-US"/>
        </a:p>
      </dgm:t>
    </dgm:pt>
    <dgm:pt modelId="{44B6F285-B619-4F2F-8BED-D974D26F27C1}" type="pres">
      <dgm:prSet presAssocID="{861559BA-B2A8-47DA-9F35-85E0AC67BC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0A11AE2-C666-4F23-957E-77AE942014B8}" type="pres">
      <dgm:prSet presAssocID="{E0F2AA0D-5657-4133-BCAB-91E182093C9B}" presName="hierRoot1" presStyleCnt="0"/>
      <dgm:spPr/>
    </dgm:pt>
    <dgm:pt modelId="{3763BB1B-2CEA-40A8-8C1A-578BDA3A66BA}" type="pres">
      <dgm:prSet presAssocID="{E0F2AA0D-5657-4133-BCAB-91E182093C9B}" presName="composite" presStyleCnt="0"/>
      <dgm:spPr/>
    </dgm:pt>
    <dgm:pt modelId="{F83193AF-2716-4B0B-9395-0CB1DFFA8280}" type="pres">
      <dgm:prSet presAssocID="{E0F2AA0D-5657-4133-BCAB-91E182093C9B}" presName="background" presStyleLbl="node0" presStyleIdx="0" presStyleCnt="3"/>
      <dgm:spPr/>
    </dgm:pt>
    <dgm:pt modelId="{E4752432-7FF1-471D-9D69-09473EFA5387}" type="pres">
      <dgm:prSet presAssocID="{E0F2AA0D-5657-4133-BCAB-91E182093C9B}" presName="text" presStyleLbl="fgAcc0" presStyleIdx="0" presStyleCnt="3">
        <dgm:presLayoutVars>
          <dgm:chPref val="3"/>
        </dgm:presLayoutVars>
      </dgm:prSet>
      <dgm:spPr/>
    </dgm:pt>
    <dgm:pt modelId="{83336304-9724-4C1C-A68E-D91A70367788}" type="pres">
      <dgm:prSet presAssocID="{E0F2AA0D-5657-4133-BCAB-91E182093C9B}" presName="hierChild2" presStyleCnt="0"/>
      <dgm:spPr/>
    </dgm:pt>
    <dgm:pt modelId="{20ED6860-1519-40EF-A401-2BFBEBA3436B}" type="pres">
      <dgm:prSet presAssocID="{9AFC66D3-AF0B-4209-8169-BD8DC22CD3C7}" presName="hierRoot1" presStyleCnt="0"/>
      <dgm:spPr/>
    </dgm:pt>
    <dgm:pt modelId="{4EB3AFC9-EF17-4C07-AE85-2722621AC277}" type="pres">
      <dgm:prSet presAssocID="{9AFC66D3-AF0B-4209-8169-BD8DC22CD3C7}" presName="composite" presStyleCnt="0"/>
      <dgm:spPr/>
    </dgm:pt>
    <dgm:pt modelId="{89111682-BD78-4237-9D71-D3899B00D305}" type="pres">
      <dgm:prSet presAssocID="{9AFC66D3-AF0B-4209-8169-BD8DC22CD3C7}" presName="background" presStyleLbl="node0" presStyleIdx="1" presStyleCnt="3"/>
      <dgm:spPr/>
    </dgm:pt>
    <dgm:pt modelId="{4D6C0760-16A1-4E08-A19E-284E2BDC72D8}" type="pres">
      <dgm:prSet presAssocID="{9AFC66D3-AF0B-4209-8169-BD8DC22CD3C7}" presName="text" presStyleLbl="fgAcc0" presStyleIdx="1" presStyleCnt="3">
        <dgm:presLayoutVars>
          <dgm:chPref val="3"/>
        </dgm:presLayoutVars>
      </dgm:prSet>
      <dgm:spPr/>
    </dgm:pt>
    <dgm:pt modelId="{92A16048-7546-40F8-8E89-2E7D962B46CE}" type="pres">
      <dgm:prSet presAssocID="{9AFC66D3-AF0B-4209-8169-BD8DC22CD3C7}" presName="hierChild2" presStyleCnt="0"/>
      <dgm:spPr/>
    </dgm:pt>
    <dgm:pt modelId="{0DDB433A-F012-4501-939D-F430C250AFDB}" type="pres">
      <dgm:prSet presAssocID="{D247BE1C-4C9B-48CC-AAE4-57EBD7B2BE83}" presName="hierRoot1" presStyleCnt="0"/>
      <dgm:spPr/>
    </dgm:pt>
    <dgm:pt modelId="{B35A9225-A8F0-4783-B266-9A2E76A84188}" type="pres">
      <dgm:prSet presAssocID="{D247BE1C-4C9B-48CC-AAE4-57EBD7B2BE83}" presName="composite" presStyleCnt="0"/>
      <dgm:spPr/>
    </dgm:pt>
    <dgm:pt modelId="{9AC52228-5D33-44BB-A419-107E8A97735F}" type="pres">
      <dgm:prSet presAssocID="{D247BE1C-4C9B-48CC-AAE4-57EBD7B2BE83}" presName="background" presStyleLbl="node0" presStyleIdx="2" presStyleCnt="3"/>
      <dgm:spPr/>
    </dgm:pt>
    <dgm:pt modelId="{7F10BDB6-72F3-4AC6-A1EB-5BB4789AC096}" type="pres">
      <dgm:prSet presAssocID="{D247BE1C-4C9B-48CC-AAE4-57EBD7B2BE83}" presName="text" presStyleLbl="fgAcc0" presStyleIdx="2" presStyleCnt="3">
        <dgm:presLayoutVars>
          <dgm:chPref val="3"/>
        </dgm:presLayoutVars>
      </dgm:prSet>
      <dgm:spPr/>
    </dgm:pt>
    <dgm:pt modelId="{0E167D54-21ED-4C66-B5E7-4FAFD4C15254}" type="pres">
      <dgm:prSet presAssocID="{D247BE1C-4C9B-48CC-AAE4-57EBD7B2BE83}" presName="hierChild2" presStyleCnt="0"/>
      <dgm:spPr/>
    </dgm:pt>
  </dgm:ptLst>
  <dgm:cxnLst>
    <dgm:cxn modelId="{B30CBD3B-3A66-489A-9DBA-0E394146FD02}" srcId="{861559BA-B2A8-47DA-9F35-85E0AC67BC8B}" destId="{D247BE1C-4C9B-48CC-AAE4-57EBD7B2BE83}" srcOrd="2" destOrd="0" parTransId="{2022357E-2D36-4EAC-95D1-AEC9D6EFD672}" sibTransId="{98CF1EB4-9D9A-4B9D-8BBE-56743CE6D66D}"/>
    <dgm:cxn modelId="{8CECDA3F-FD5A-42C6-A931-F37A052F4C4A}" type="presOf" srcId="{861559BA-B2A8-47DA-9F35-85E0AC67BC8B}" destId="{44B6F285-B619-4F2F-8BED-D974D26F27C1}" srcOrd="0" destOrd="0" presId="urn:microsoft.com/office/officeart/2005/8/layout/hierarchy1"/>
    <dgm:cxn modelId="{C4EF8864-79AA-40AC-830F-616BDD64A22D}" type="presOf" srcId="{9AFC66D3-AF0B-4209-8169-BD8DC22CD3C7}" destId="{4D6C0760-16A1-4E08-A19E-284E2BDC72D8}" srcOrd="0" destOrd="0" presId="urn:microsoft.com/office/officeart/2005/8/layout/hierarchy1"/>
    <dgm:cxn modelId="{A2BA6E6F-ABE4-43FF-8B35-8FE681A4A77A}" type="presOf" srcId="{E0F2AA0D-5657-4133-BCAB-91E182093C9B}" destId="{E4752432-7FF1-471D-9D69-09473EFA5387}" srcOrd="0" destOrd="0" presId="urn:microsoft.com/office/officeart/2005/8/layout/hierarchy1"/>
    <dgm:cxn modelId="{0146B9BB-28E6-42F4-8F71-4CC041C48249}" srcId="{861559BA-B2A8-47DA-9F35-85E0AC67BC8B}" destId="{9AFC66D3-AF0B-4209-8169-BD8DC22CD3C7}" srcOrd="1" destOrd="0" parTransId="{3B76B5E0-465F-43CA-86F1-A3CCEFE770D2}" sibTransId="{A5E5924E-7D20-4152-897F-2779587A87E8}"/>
    <dgm:cxn modelId="{F4131BEB-E6CD-4320-9A65-228B8FB84EA6}" srcId="{861559BA-B2A8-47DA-9F35-85E0AC67BC8B}" destId="{E0F2AA0D-5657-4133-BCAB-91E182093C9B}" srcOrd="0" destOrd="0" parTransId="{4C2233CB-1A85-4B69-A8E7-6233807EC518}" sibTransId="{64564464-74B1-4F2D-9047-4419B94188DC}"/>
    <dgm:cxn modelId="{6722A6F2-39E5-4235-BE34-A36448BAB572}" type="presOf" srcId="{D247BE1C-4C9B-48CC-AAE4-57EBD7B2BE83}" destId="{7F10BDB6-72F3-4AC6-A1EB-5BB4789AC096}" srcOrd="0" destOrd="0" presId="urn:microsoft.com/office/officeart/2005/8/layout/hierarchy1"/>
    <dgm:cxn modelId="{A2428EB5-4BD0-4B7B-8723-F09698D483EA}" type="presParOf" srcId="{44B6F285-B619-4F2F-8BED-D974D26F27C1}" destId="{10A11AE2-C666-4F23-957E-77AE942014B8}" srcOrd="0" destOrd="0" presId="urn:microsoft.com/office/officeart/2005/8/layout/hierarchy1"/>
    <dgm:cxn modelId="{EC0415DD-BBB0-49FD-9306-CE39D58A92AA}" type="presParOf" srcId="{10A11AE2-C666-4F23-957E-77AE942014B8}" destId="{3763BB1B-2CEA-40A8-8C1A-578BDA3A66BA}" srcOrd="0" destOrd="0" presId="urn:microsoft.com/office/officeart/2005/8/layout/hierarchy1"/>
    <dgm:cxn modelId="{26C986FE-2D8E-4E1B-A5F4-FBD35E46A5A6}" type="presParOf" srcId="{3763BB1B-2CEA-40A8-8C1A-578BDA3A66BA}" destId="{F83193AF-2716-4B0B-9395-0CB1DFFA8280}" srcOrd="0" destOrd="0" presId="urn:microsoft.com/office/officeart/2005/8/layout/hierarchy1"/>
    <dgm:cxn modelId="{3C12E4F0-2FC3-4E39-BEB4-69B0A6ED9BD2}" type="presParOf" srcId="{3763BB1B-2CEA-40A8-8C1A-578BDA3A66BA}" destId="{E4752432-7FF1-471D-9D69-09473EFA5387}" srcOrd="1" destOrd="0" presId="urn:microsoft.com/office/officeart/2005/8/layout/hierarchy1"/>
    <dgm:cxn modelId="{51C6BE54-8F4B-4612-A34C-D2495A7B1AC4}" type="presParOf" srcId="{10A11AE2-C666-4F23-957E-77AE942014B8}" destId="{83336304-9724-4C1C-A68E-D91A70367788}" srcOrd="1" destOrd="0" presId="urn:microsoft.com/office/officeart/2005/8/layout/hierarchy1"/>
    <dgm:cxn modelId="{DFAEF7B4-0BC5-4A0B-A2B3-58746A60DE96}" type="presParOf" srcId="{44B6F285-B619-4F2F-8BED-D974D26F27C1}" destId="{20ED6860-1519-40EF-A401-2BFBEBA3436B}" srcOrd="1" destOrd="0" presId="urn:microsoft.com/office/officeart/2005/8/layout/hierarchy1"/>
    <dgm:cxn modelId="{864F5AB8-CC01-4F1E-893C-4F7363BB986E}" type="presParOf" srcId="{20ED6860-1519-40EF-A401-2BFBEBA3436B}" destId="{4EB3AFC9-EF17-4C07-AE85-2722621AC277}" srcOrd="0" destOrd="0" presId="urn:microsoft.com/office/officeart/2005/8/layout/hierarchy1"/>
    <dgm:cxn modelId="{36393979-2A78-420C-93A0-EEF74428872C}" type="presParOf" srcId="{4EB3AFC9-EF17-4C07-AE85-2722621AC277}" destId="{89111682-BD78-4237-9D71-D3899B00D305}" srcOrd="0" destOrd="0" presId="urn:microsoft.com/office/officeart/2005/8/layout/hierarchy1"/>
    <dgm:cxn modelId="{7D1CB5E9-B7B1-491C-B0A5-B99519C4F1EA}" type="presParOf" srcId="{4EB3AFC9-EF17-4C07-AE85-2722621AC277}" destId="{4D6C0760-16A1-4E08-A19E-284E2BDC72D8}" srcOrd="1" destOrd="0" presId="urn:microsoft.com/office/officeart/2005/8/layout/hierarchy1"/>
    <dgm:cxn modelId="{C698B4BA-24F0-4B26-BF44-2D68B84C50B3}" type="presParOf" srcId="{20ED6860-1519-40EF-A401-2BFBEBA3436B}" destId="{92A16048-7546-40F8-8E89-2E7D962B46CE}" srcOrd="1" destOrd="0" presId="urn:microsoft.com/office/officeart/2005/8/layout/hierarchy1"/>
    <dgm:cxn modelId="{323216CA-88E3-489B-A85C-5A304D396857}" type="presParOf" srcId="{44B6F285-B619-4F2F-8BED-D974D26F27C1}" destId="{0DDB433A-F012-4501-939D-F430C250AFDB}" srcOrd="2" destOrd="0" presId="urn:microsoft.com/office/officeart/2005/8/layout/hierarchy1"/>
    <dgm:cxn modelId="{F94B3F30-BDE1-4062-B44A-7AAFB57C6946}" type="presParOf" srcId="{0DDB433A-F012-4501-939D-F430C250AFDB}" destId="{B35A9225-A8F0-4783-B266-9A2E76A84188}" srcOrd="0" destOrd="0" presId="urn:microsoft.com/office/officeart/2005/8/layout/hierarchy1"/>
    <dgm:cxn modelId="{73B8221B-4FDA-4012-88B0-414F384AE4E4}" type="presParOf" srcId="{B35A9225-A8F0-4783-B266-9A2E76A84188}" destId="{9AC52228-5D33-44BB-A419-107E8A97735F}" srcOrd="0" destOrd="0" presId="urn:microsoft.com/office/officeart/2005/8/layout/hierarchy1"/>
    <dgm:cxn modelId="{8C0CD7AD-563C-47F0-9578-74BDD54A2C37}" type="presParOf" srcId="{B35A9225-A8F0-4783-B266-9A2E76A84188}" destId="{7F10BDB6-72F3-4AC6-A1EB-5BB4789AC096}" srcOrd="1" destOrd="0" presId="urn:microsoft.com/office/officeart/2005/8/layout/hierarchy1"/>
    <dgm:cxn modelId="{9BA51869-EAA5-4B11-AAAA-F523F2C2E4DB}" type="presParOf" srcId="{0DDB433A-F012-4501-939D-F430C250AFDB}" destId="{0E167D54-21ED-4C66-B5E7-4FAFD4C1525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D99C29-A2A9-46B2-A87D-E9F71DD90D1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6757843-DCF8-4DCC-AD27-BC0E8BA9F995}">
      <dgm:prSet/>
      <dgm:spPr/>
      <dgm:t>
        <a:bodyPr/>
        <a:lstStyle/>
        <a:p>
          <a:r>
            <a:rPr lang="en-US" b="0" i="0" baseline="0"/>
            <a:t>JDBC = </a:t>
          </a:r>
          <a:r>
            <a:rPr lang="en-US" b="1" i="0" baseline="0"/>
            <a:t>Java Database Connectivity API</a:t>
          </a:r>
          <a:endParaRPr lang="en-US"/>
        </a:p>
      </dgm:t>
    </dgm:pt>
    <dgm:pt modelId="{8CD03C98-A36F-4292-BD30-AE26E76D914D}" type="parTrans" cxnId="{4384B0CB-5918-42E4-B16D-44FD76CCF007}">
      <dgm:prSet/>
      <dgm:spPr/>
      <dgm:t>
        <a:bodyPr/>
        <a:lstStyle/>
        <a:p>
          <a:endParaRPr lang="en-US"/>
        </a:p>
      </dgm:t>
    </dgm:pt>
    <dgm:pt modelId="{8726BD9B-9CF8-4717-B5C7-8F9623458E54}" type="sibTrans" cxnId="{4384B0CB-5918-42E4-B16D-44FD76CCF007}">
      <dgm:prSet/>
      <dgm:spPr/>
      <dgm:t>
        <a:bodyPr/>
        <a:lstStyle/>
        <a:p>
          <a:endParaRPr lang="en-US"/>
        </a:p>
      </dgm:t>
    </dgm:pt>
    <dgm:pt modelId="{3DD2F530-5793-4CF1-809E-EF8DA62ED7D9}">
      <dgm:prSet/>
      <dgm:spPr/>
      <dgm:t>
        <a:bodyPr/>
        <a:lstStyle/>
        <a:p>
          <a:r>
            <a:rPr lang="en-US" b="0" i="0" baseline="0"/>
            <a:t>Provides standard classes &amp; interfaces to interact with databases</a:t>
          </a:r>
          <a:endParaRPr lang="en-US"/>
        </a:p>
      </dgm:t>
    </dgm:pt>
    <dgm:pt modelId="{DEA6CF99-7EB6-46BE-B17E-67A6A2BEBD36}" type="parTrans" cxnId="{77F6D37F-78AB-4AF1-A3B3-65119F1B2D77}">
      <dgm:prSet/>
      <dgm:spPr/>
      <dgm:t>
        <a:bodyPr/>
        <a:lstStyle/>
        <a:p>
          <a:endParaRPr lang="en-US"/>
        </a:p>
      </dgm:t>
    </dgm:pt>
    <dgm:pt modelId="{7C4AD1B1-5FD6-403C-BD76-8DC9A416A68B}" type="sibTrans" cxnId="{77F6D37F-78AB-4AF1-A3B3-65119F1B2D77}">
      <dgm:prSet/>
      <dgm:spPr/>
      <dgm:t>
        <a:bodyPr/>
        <a:lstStyle/>
        <a:p>
          <a:endParaRPr lang="en-US"/>
        </a:p>
      </dgm:t>
    </dgm:pt>
    <dgm:pt modelId="{137B34A0-3452-435D-9664-44A0B293DBD1}">
      <dgm:prSet/>
      <dgm:spPr/>
      <dgm:t>
        <a:bodyPr/>
        <a:lstStyle/>
        <a:p>
          <a:r>
            <a:rPr lang="en-US" b="0" i="0" baseline="0"/>
            <a:t>Allows:</a:t>
          </a:r>
          <a:endParaRPr lang="en-US"/>
        </a:p>
      </dgm:t>
    </dgm:pt>
    <dgm:pt modelId="{47AB1BDD-073A-41BE-A4B0-FEAA65B788A7}" type="parTrans" cxnId="{78A7F0A9-CED3-429C-99C9-9567D6A45742}">
      <dgm:prSet/>
      <dgm:spPr/>
      <dgm:t>
        <a:bodyPr/>
        <a:lstStyle/>
        <a:p>
          <a:endParaRPr lang="en-US"/>
        </a:p>
      </dgm:t>
    </dgm:pt>
    <dgm:pt modelId="{3419B8A4-B334-4EDF-90A6-54F868926B10}" type="sibTrans" cxnId="{78A7F0A9-CED3-429C-99C9-9567D6A45742}">
      <dgm:prSet/>
      <dgm:spPr/>
      <dgm:t>
        <a:bodyPr/>
        <a:lstStyle/>
        <a:p>
          <a:endParaRPr lang="en-US"/>
        </a:p>
      </dgm:t>
    </dgm:pt>
    <dgm:pt modelId="{4405E4CA-7A4F-4CD8-A353-E77E3B3C073A}">
      <dgm:prSet/>
      <dgm:spPr/>
      <dgm:t>
        <a:bodyPr/>
        <a:lstStyle/>
        <a:p>
          <a:r>
            <a:rPr lang="en-US" b="0" i="0" baseline="0"/>
            <a:t>Opening / closing connections</a:t>
          </a:r>
          <a:endParaRPr lang="en-US"/>
        </a:p>
      </dgm:t>
    </dgm:pt>
    <dgm:pt modelId="{9880A691-1E96-478E-9D03-86B68D57FFF6}" type="parTrans" cxnId="{62F67E15-D326-4FD7-9A9D-4ED1B2112BF5}">
      <dgm:prSet/>
      <dgm:spPr/>
      <dgm:t>
        <a:bodyPr/>
        <a:lstStyle/>
        <a:p>
          <a:endParaRPr lang="en-US"/>
        </a:p>
      </dgm:t>
    </dgm:pt>
    <dgm:pt modelId="{683BDFC6-5A6A-4F31-9041-926474F5F027}" type="sibTrans" cxnId="{62F67E15-D326-4FD7-9A9D-4ED1B2112BF5}">
      <dgm:prSet/>
      <dgm:spPr/>
      <dgm:t>
        <a:bodyPr/>
        <a:lstStyle/>
        <a:p>
          <a:endParaRPr lang="en-US"/>
        </a:p>
      </dgm:t>
    </dgm:pt>
    <dgm:pt modelId="{74C8102E-5FD0-4DF6-A434-33B8D13869BF}">
      <dgm:prSet/>
      <dgm:spPr/>
      <dgm:t>
        <a:bodyPr/>
        <a:lstStyle/>
        <a:p>
          <a:r>
            <a:rPr lang="en-US" b="0" i="0" baseline="0"/>
            <a:t>Sending SQL statements</a:t>
          </a:r>
          <a:endParaRPr lang="en-US"/>
        </a:p>
      </dgm:t>
    </dgm:pt>
    <dgm:pt modelId="{0DB69607-EEA3-4581-AF47-51009DBBAD45}" type="parTrans" cxnId="{3080E3EA-CA38-4C74-95FE-386E1997E685}">
      <dgm:prSet/>
      <dgm:spPr/>
      <dgm:t>
        <a:bodyPr/>
        <a:lstStyle/>
        <a:p>
          <a:endParaRPr lang="en-US"/>
        </a:p>
      </dgm:t>
    </dgm:pt>
    <dgm:pt modelId="{3B84B761-B4D3-4190-8B39-EF9FA2ED95A2}" type="sibTrans" cxnId="{3080E3EA-CA38-4C74-95FE-386E1997E685}">
      <dgm:prSet/>
      <dgm:spPr/>
      <dgm:t>
        <a:bodyPr/>
        <a:lstStyle/>
        <a:p>
          <a:endParaRPr lang="en-US"/>
        </a:p>
      </dgm:t>
    </dgm:pt>
    <dgm:pt modelId="{7E4AAAB6-3473-43CB-9C69-A4929B7D37F5}">
      <dgm:prSet/>
      <dgm:spPr/>
      <dgm:t>
        <a:bodyPr/>
        <a:lstStyle/>
        <a:p>
          <a:r>
            <a:rPr lang="en-US" b="0" i="0" baseline="0"/>
            <a:t>Reading / writing data</a:t>
          </a:r>
          <a:endParaRPr lang="en-US"/>
        </a:p>
      </dgm:t>
    </dgm:pt>
    <dgm:pt modelId="{6BEC3686-6C09-464A-95FC-AD48AFB5C961}" type="parTrans" cxnId="{A6E16AB3-DE78-45FE-A20F-C1937FE361A4}">
      <dgm:prSet/>
      <dgm:spPr/>
      <dgm:t>
        <a:bodyPr/>
        <a:lstStyle/>
        <a:p>
          <a:endParaRPr lang="en-US"/>
        </a:p>
      </dgm:t>
    </dgm:pt>
    <dgm:pt modelId="{EE631AA0-0C2E-4185-BF13-56B46BD361BB}" type="sibTrans" cxnId="{A6E16AB3-DE78-45FE-A20F-C1937FE361A4}">
      <dgm:prSet/>
      <dgm:spPr/>
      <dgm:t>
        <a:bodyPr/>
        <a:lstStyle/>
        <a:p>
          <a:endParaRPr lang="en-US"/>
        </a:p>
      </dgm:t>
    </dgm:pt>
    <dgm:pt modelId="{F068D3BE-0E36-4E7E-BB6C-7F85BE21828D}" type="pres">
      <dgm:prSet presAssocID="{54D99C29-A2A9-46B2-A87D-E9F71DD90D18}" presName="root" presStyleCnt="0">
        <dgm:presLayoutVars>
          <dgm:dir/>
          <dgm:resizeHandles val="exact"/>
        </dgm:presLayoutVars>
      </dgm:prSet>
      <dgm:spPr/>
    </dgm:pt>
    <dgm:pt modelId="{CC24FC91-A4E9-445D-89E1-89A7F8F3377C}" type="pres">
      <dgm:prSet presAssocID="{54D99C29-A2A9-46B2-A87D-E9F71DD90D18}" presName="container" presStyleCnt="0">
        <dgm:presLayoutVars>
          <dgm:dir/>
          <dgm:resizeHandles val="exact"/>
        </dgm:presLayoutVars>
      </dgm:prSet>
      <dgm:spPr/>
    </dgm:pt>
    <dgm:pt modelId="{A5B4917A-8D78-47DF-AF04-ADC73150586A}" type="pres">
      <dgm:prSet presAssocID="{F6757843-DCF8-4DCC-AD27-BC0E8BA9F995}" presName="compNode" presStyleCnt="0"/>
      <dgm:spPr/>
    </dgm:pt>
    <dgm:pt modelId="{E656FF51-2883-4952-AFF7-5614C3D79D11}" type="pres">
      <dgm:prSet presAssocID="{F6757843-DCF8-4DCC-AD27-BC0E8BA9F995}" presName="iconBgRect" presStyleLbl="bgShp" presStyleIdx="0" presStyleCnt="6"/>
      <dgm:spPr/>
    </dgm:pt>
    <dgm:pt modelId="{3CE1061E-2B34-4A07-9429-136839DC2AB1}" type="pres">
      <dgm:prSet presAssocID="{F6757843-DCF8-4DCC-AD27-BC0E8BA9F99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9A3365D-0FBE-4E16-B7B1-13EC29A32133}" type="pres">
      <dgm:prSet presAssocID="{F6757843-DCF8-4DCC-AD27-BC0E8BA9F995}" presName="spaceRect" presStyleCnt="0"/>
      <dgm:spPr/>
    </dgm:pt>
    <dgm:pt modelId="{8CE315AE-99F0-41BE-8B47-ABE1375DC185}" type="pres">
      <dgm:prSet presAssocID="{F6757843-DCF8-4DCC-AD27-BC0E8BA9F995}" presName="textRect" presStyleLbl="revTx" presStyleIdx="0" presStyleCnt="6">
        <dgm:presLayoutVars>
          <dgm:chMax val="1"/>
          <dgm:chPref val="1"/>
        </dgm:presLayoutVars>
      </dgm:prSet>
      <dgm:spPr/>
    </dgm:pt>
    <dgm:pt modelId="{0E95F964-E3D5-4F90-B31E-51F0DB4FFD77}" type="pres">
      <dgm:prSet presAssocID="{8726BD9B-9CF8-4717-B5C7-8F9623458E54}" presName="sibTrans" presStyleLbl="sibTrans2D1" presStyleIdx="0" presStyleCnt="0"/>
      <dgm:spPr/>
    </dgm:pt>
    <dgm:pt modelId="{31F61404-CCF9-4D9C-9177-5DA0E08FCF9F}" type="pres">
      <dgm:prSet presAssocID="{3DD2F530-5793-4CF1-809E-EF8DA62ED7D9}" presName="compNode" presStyleCnt="0"/>
      <dgm:spPr/>
    </dgm:pt>
    <dgm:pt modelId="{496C256F-C78B-4559-BE04-116F9727EEEF}" type="pres">
      <dgm:prSet presAssocID="{3DD2F530-5793-4CF1-809E-EF8DA62ED7D9}" presName="iconBgRect" presStyleLbl="bgShp" presStyleIdx="1" presStyleCnt="6"/>
      <dgm:spPr/>
    </dgm:pt>
    <dgm:pt modelId="{A1A100E9-BF6C-420F-99BE-FAC7ECF99D48}" type="pres">
      <dgm:prSet presAssocID="{3DD2F530-5793-4CF1-809E-EF8DA62ED7D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0EB741A-865C-48F9-8F57-75563E77A441}" type="pres">
      <dgm:prSet presAssocID="{3DD2F530-5793-4CF1-809E-EF8DA62ED7D9}" presName="spaceRect" presStyleCnt="0"/>
      <dgm:spPr/>
    </dgm:pt>
    <dgm:pt modelId="{30924749-D1B4-45A2-A103-B0D3442BEA93}" type="pres">
      <dgm:prSet presAssocID="{3DD2F530-5793-4CF1-809E-EF8DA62ED7D9}" presName="textRect" presStyleLbl="revTx" presStyleIdx="1" presStyleCnt="6">
        <dgm:presLayoutVars>
          <dgm:chMax val="1"/>
          <dgm:chPref val="1"/>
        </dgm:presLayoutVars>
      </dgm:prSet>
      <dgm:spPr/>
    </dgm:pt>
    <dgm:pt modelId="{E3FD4C5A-4F38-4AA8-B1BE-58DBE27EE90C}" type="pres">
      <dgm:prSet presAssocID="{7C4AD1B1-5FD6-403C-BD76-8DC9A416A68B}" presName="sibTrans" presStyleLbl="sibTrans2D1" presStyleIdx="0" presStyleCnt="0"/>
      <dgm:spPr/>
    </dgm:pt>
    <dgm:pt modelId="{1DB55F19-74D8-4B48-81A5-34CA5C7A7DA4}" type="pres">
      <dgm:prSet presAssocID="{137B34A0-3452-435D-9664-44A0B293DBD1}" presName="compNode" presStyleCnt="0"/>
      <dgm:spPr/>
    </dgm:pt>
    <dgm:pt modelId="{760D514A-A976-48F6-984B-652ECED6843C}" type="pres">
      <dgm:prSet presAssocID="{137B34A0-3452-435D-9664-44A0B293DBD1}" presName="iconBgRect" presStyleLbl="bgShp" presStyleIdx="2" presStyleCnt="6"/>
      <dgm:spPr/>
    </dgm:pt>
    <dgm:pt modelId="{876961FF-7CA8-41AD-AB54-41E036785ABF}" type="pres">
      <dgm:prSet presAssocID="{137B34A0-3452-435D-9664-44A0B293DBD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6C0FDA13-EB01-4270-AFB5-5AA6D2CFD0D6}" type="pres">
      <dgm:prSet presAssocID="{137B34A0-3452-435D-9664-44A0B293DBD1}" presName="spaceRect" presStyleCnt="0"/>
      <dgm:spPr/>
    </dgm:pt>
    <dgm:pt modelId="{1B9ED252-9C77-455C-87E9-EA7C3F5A3992}" type="pres">
      <dgm:prSet presAssocID="{137B34A0-3452-435D-9664-44A0B293DBD1}" presName="textRect" presStyleLbl="revTx" presStyleIdx="2" presStyleCnt="6">
        <dgm:presLayoutVars>
          <dgm:chMax val="1"/>
          <dgm:chPref val="1"/>
        </dgm:presLayoutVars>
      </dgm:prSet>
      <dgm:spPr/>
    </dgm:pt>
    <dgm:pt modelId="{CB380F00-2B38-4190-8761-076251A99E63}" type="pres">
      <dgm:prSet presAssocID="{3419B8A4-B334-4EDF-90A6-54F868926B10}" presName="sibTrans" presStyleLbl="sibTrans2D1" presStyleIdx="0" presStyleCnt="0"/>
      <dgm:spPr/>
    </dgm:pt>
    <dgm:pt modelId="{381B9F82-BED9-4283-8DBA-885F15D97D96}" type="pres">
      <dgm:prSet presAssocID="{4405E4CA-7A4F-4CD8-A353-E77E3B3C073A}" presName="compNode" presStyleCnt="0"/>
      <dgm:spPr/>
    </dgm:pt>
    <dgm:pt modelId="{AB40D83B-48ED-4608-A5C5-F2478D85A0E6}" type="pres">
      <dgm:prSet presAssocID="{4405E4CA-7A4F-4CD8-A353-E77E3B3C073A}" presName="iconBgRect" presStyleLbl="bgShp" presStyleIdx="3" presStyleCnt="6"/>
      <dgm:spPr/>
    </dgm:pt>
    <dgm:pt modelId="{752D5775-E9B8-4C1D-91AC-A6699FF51218}" type="pres">
      <dgm:prSet presAssocID="{4405E4CA-7A4F-4CD8-A353-E77E3B3C073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E1DB3B8-1AA5-431A-9B29-3595A2D9C03E}" type="pres">
      <dgm:prSet presAssocID="{4405E4CA-7A4F-4CD8-A353-E77E3B3C073A}" presName="spaceRect" presStyleCnt="0"/>
      <dgm:spPr/>
    </dgm:pt>
    <dgm:pt modelId="{63620864-A50A-44B2-A035-CAC239C6763C}" type="pres">
      <dgm:prSet presAssocID="{4405E4CA-7A4F-4CD8-A353-E77E3B3C073A}" presName="textRect" presStyleLbl="revTx" presStyleIdx="3" presStyleCnt="6">
        <dgm:presLayoutVars>
          <dgm:chMax val="1"/>
          <dgm:chPref val="1"/>
        </dgm:presLayoutVars>
      </dgm:prSet>
      <dgm:spPr/>
    </dgm:pt>
    <dgm:pt modelId="{C11A81E1-4183-4F7B-A91B-F40153A35D3C}" type="pres">
      <dgm:prSet presAssocID="{683BDFC6-5A6A-4F31-9041-926474F5F027}" presName="sibTrans" presStyleLbl="sibTrans2D1" presStyleIdx="0" presStyleCnt="0"/>
      <dgm:spPr/>
    </dgm:pt>
    <dgm:pt modelId="{8726DBD7-5374-4F1E-982E-59FDCA03B8CC}" type="pres">
      <dgm:prSet presAssocID="{74C8102E-5FD0-4DF6-A434-33B8D13869BF}" presName="compNode" presStyleCnt="0"/>
      <dgm:spPr/>
    </dgm:pt>
    <dgm:pt modelId="{904B839A-83EA-48D7-BDF5-C87A9D229B44}" type="pres">
      <dgm:prSet presAssocID="{74C8102E-5FD0-4DF6-A434-33B8D13869BF}" presName="iconBgRect" presStyleLbl="bgShp" presStyleIdx="4" presStyleCnt="6"/>
      <dgm:spPr/>
    </dgm:pt>
    <dgm:pt modelId="{F190D28E-6875-4E72-8773-FAC40AF8B626}" type="pres">
      <dgm:prSet presAssocID="{74C8102E-5FD0-4DF6-A434-33B8D13869B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0C2FF06-D2BD-4574-967C-A2FDF2D487F6}" type="pres">
      <dgm:prSet presAssocID="{74C8102E-5FD0-4DF6-A434-33B8D13869BF}" presName="spaceRect" presStyleCnt="0"/>
      <dgm:spPr/>
    </dgm:pt>
    <dgm:pt modelId="{D50E7D74-32DC-467B-96BB-6A10E62BFBB0}" type="pres">
      <dgm:prSet presAssocID="{74C8102E-5FD0-4DF6-A434-33B8D13869BF}" presName="textRect" presStyleLbl="revTx" presStyleIdx="4" presStyleCnt="6">
        <dgm:presLayoutVars>
          <dgm:chMax val="1"/>
          <dgm:chPref val="1"/>
        </dgm:presLayoutVars>
      </dgm:prSet>
      <dgm:spPr/>
    </dgm:pt>
    <dgm:pt modelId="{0779A356-ADD4-4249-AE68-799FF21E15EF}" type="pres">
      <dgm:prSet presAssocID="{3B84B761-B4D3-4190-8B39-EF9FA2ED95A2}" presName="sibTrans" presStyleLbl="sibTrans2D1" presStyleIdx="0" presStyleCnt="0"/>
      <dgm:spPr/>
    </dgm:pt>
    <dgm:pt modelId="{ACBC631D-BA36-4428-8CEE-859FF5B85A19}" type="pres">
      <dgm:prSet presAssocID="{7E4AAAB6-3473-43CB-9C69-A4929B7D37F5}" presName="compNode" presStyleCnt="0"/>
      <dgm:spPr/>
    </dgm:pt>
    <dgm:pt modelId="{E2E6F888-DF71-464B-BE72-FFEEB2C7EB1D}" type="pres">
      <dgm:prSet presAssocID="{7E4AAAB6-3473-43CB-9C69-A4929B7D37F5}" presName="iconBgRect" presStyleLbl="bgShp" presStyleIdx="5" presStyleCnt="6"/>
      <dgm:spPr/>
    </dgm:pt>
    <dgm:pt modelId="{8CD8C78F-2D1A-4FA7-BC6A-2D2AD54A4EF3}" type="pres">
      <dgm:prSet presAssocID="{7E4AAAB6-3473-43CB-9C69-A4929B7D37F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47A93669-4FAB-49F6-A430-1B976E370E38}" type="pres">
      <dgm:prSet presAssocID="{7E4AAAB6-3473-43CB-9C69-A4929B7D37F5}" presName="spaceRect" presStyleCnt="0"/>
      <dgm:spPr/>
    </dgm:pt>
    <dgm:pt modelId="{6DFEDEFA-610C-4DB6-9E13-FD73DE4F61BF}" type="pres">
      <dgm:prSet presAssocID="{7E4AAAB6-3473-43CB-9C69-A4929B7D37F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569AE10-E6E1-4054-B04F-EE40A5CBC824}" type="presOf" srcId="{3DD2F530-5793-4CF1-809E-EF8DA62ED7D9}" destId="{30924749-D1B4-45A2-A103-B0D3442BEA93}" srcOrd="0" destOrd="0" presId="urn:microsoft.com/office/officeart/2018/2/layout/IconCircleList"/>
    <dgm:cxn modelId="{62F67E15-D326-4FD7-9A9D-4ED1B2112BF5}" srcId="{54D99C29-A2A9-46B2-A87D-E9F71DD90D18}" destId="{4405E4CA-7A4F-4CD8-A353-E77E3B3C073A}" srcOrd="3" destOrd="0" parTransId="{9880A691-1E96-478E-9D03-86B68D57FFF6}" sibTransId="{683BDFC6-5A6A-4F31-9041-926474F5F027}"/>
    <dgm:cxn modelId="{33448174-15A5-4CB7-B35F-9853ABA20C15}" type="presOf" srcId="{683BDFC6-5A6A-4F31-9041-926474F5F027}" destId="{C11A81E1-4183-4F7B-A91B-F40153A35D3C}" srcOrd="0" destOrd="0" presId="urn:microsoft.com/office/officeart/2018/2/layout/IconCircleList"/>
    <dgm:cxn modelId="{D3F66B77-4585-467B-8EB4-5E54E1CF4A44}" type="presOf" srcId="{74C8102E-5FD0-4DF6-A434-33B8D13869BF}" destId="{D50E7D74-32DC-467B-96BB-6A10E62BFBB0}" srcOrd="0" destOrd="0" presId="urn:microsoft.com/office/officeart/2018/2/layout/IconCircleList"/>
    <dgm:cxn modelId="{24C9277B-F848-4D51-9154-4FEC01652F61}" type="presOf" srcId="{54D99C29-A2A9-46B2-A87D-E9F71DD90D18}" destId="{F068D3BE-0E36-4E7E-BB6C-7F85BE21828D}" srcOrd="0" destOrd="0" presId="urn:microsoft.com/office/officeart/2018/2/layout/IconCircleList"/>
    <dgm:cxn modelId="{77F6D37F-78AB-4AF1-A3B3-65119F1B2D77}" srcId="{54D99C29-A2A9-46B2-A87D-E9F71DD90D18}" destId="{3DD2F530-5793-4CF1-809E-EF8DA62ED7D9}" srcOrd="1" destOrd="0" parTransId="{DEA6CF99-7EB6-46BE-B17E-67A6A2BEBD36}" sibTransId="{7C4AD1B1-5FD6-403C-BD76-8DC9A416A68B}"/>
    <dgm:cxn modelId="{0288798C-F768-46B0-8BE3-DDF439C9B826}" type="presOf" srcId="{7E4AAAB6-3473-43CB-9C69-A4929B7D37F5}" destId="{6DFEDEFA-610C-4DB6-9E13-FD73DE4F61BF}" srcOrd="0" destOrd="0" presId="urn:microsoft.com/office/officeart/2018/2/layout/IconCircleList"/>
    <dgm:cxn modelId="{7A0A8E9A-98C8-4969-8059-09B677FD213B}" type="presOf" srcId="{7C4AD1B1-5FD6-403C-BD76-8DC9A416A68B}" destId="{E3FD4C5A-4F38-4AA8-B1BE-58DBE27EE90C}" srcOrd="0" destOrd="0" presId="urn:microsoft.com/office/officeart/2018/2/layout/IconCircleList"/>
    <dgm:cxn modelId="{4C6103A9-618E-4AB6-AF03-CBD329208F38}" type="presOf" srcId="{3419B8A4-B334-4EDF-90A6-54F868926B10}" destId="{CB380F00-2B38-4190-8761-076251A99E63}" srcOrd="0" destOrd="0" presId="urn:microsoft.com/office/officeart/2018/2/layout/IconCircleList"/>
    <dgm:cxn modelId="{AA30B7A9-1561-40FB-9D69-FF1C67A2CAED}" type="presOf" srcId="{F6757843-DCF8-4DCC-AD27-BC0E8BA9F995}" destId="{8CE315AE-99F0-41BE-8B47-ABE1375DC185}" srcOrd="0" destOrd="0" presId="urn:microsoft.com/office/officeart/2018/2/layout/IconCircleList"/>
    <dgm:cxn modelId="{78A7F0A9-CED3-429C-99C9-9567D6A45742}" srcId="{54D99C29-A2A9-46B2-A87D-E9F71DD90D18}" destId="{137B34A0-3452-435D-9664-44A0B293DBD1}" srcOrd="2" destOrd="0" parTransId="{47AB1BDD-073A-41BE-A4B0-FEAA65B788A7}" sibTransId="{3419B8A4-B334-4EDF-90A6-54F868926B10}"/>
    <dgm:cxn modelId="{A6E16AB3-DE78-45FE-A20F-C1937FE361A4}" srcId="{54D99C29-A2A9-46B2-A87D-E9F71DD90D18}" destId="{7E4AAAB6-3473-43CB-9C69-A4929B7D37F5}" srcOrd="5" destOrd="0" parTransId="{6BEC3686-6C09-464A-95FC-AD48AFB5C961}" sibTransId="{EE631AA0-0C2E-4185-BF13-56B46BD361BB}"/>
    <dgm:cxn modelId="{3A846CB8-D8C0-472E-BCB7-A255892D6A53}" type="presOf" srcId="{8726BD9B-9CF8-4717-B5C7-8F9623458E54}" destId="{0E95F964-E3D5-4F90-B31E-51F0DB4FFD77}" srcOrd="0" destOrd="0" presId="urn:microsoft.com/office/officeart/2018/2/layout/IconCircleList"/>
    <dgm:cxn modelId="{123685B8-437C-481F-A0C2-CE19A04DF154}" type="presOf" srcId="{3B84B761-B4D3-4190-8B39-EF9FA2ED95A2}" destId="{0779A356-ADD4-4249-AE68-799FF21E15EF}" srcOrd="0" destOrd="0" presId="urn:microsoft.com/office/officeart/2018/2/layout/IconCircleList"/>
    <dgm:cxn modelId="{151C15BB-C917-4CC0-974E-4298ECB1191E}" type="presOf" srcId="{137B34A0-3452-435D-9664-44A0B293DBD1}" destId="{1B9ED252-9C77-455C-87E9-EA7C3F5A3992}" srcOrd="0" destOrd="0" presId="urn:microsoft.com/office/officeart/2018/2/layout/IconCircleList"/>
    <dgm:cxn modelId="{4384B0CB-5918-42E4-B16D-44FD76CCF007}" srcId="{54D99C29-A2A9-46B2-A87D-E9F71DD90D18}" destId="{F6757843-DCF8-4DCC-AD27-BC0E8BA9F995}" srcOrd="0" destOrd="0" parTransId="{8CD03C98-A36F-4292-BD30-AE26E76D914D}" sibTransId="{8726BD9B-9CF8-4717-B5C7-8F9623458E54}"/>
    <dgm:cxn modelId="{AE6C9FD0-C53A-4C8F-9357-31BA0B13430C}" type="presOf" srcId="{4405E4CA-7A4F-4CD8-A353-E77E3B3C073A}" destId="{63620864-A50A-44B2-A035-CAC239C6763C}" srcOrd="0" destOrd="0" presId="urn:microsoft.com/office/officeart/2018/2/layout/IconCircleList"/>
    <dgm:cxn modelId="{3080E3EA-CA38-4C74-95FE-386E1997E685}" srcId="{54D99C29-A2A9-46B2-A87D-E9F71DD90D18}" destId="{74C8102E-5FD0-4DF6-A434-33B8D13869BF}" srcOrd="4" destOrd="0" parTransId="{0DB69607-EEA3-4581-AF47-51009DBBAD45}" sibTransId="{3B84B761-B4D3-4190-8B39-EF9FA2ED95A2}"/>
    <dgm:cxn modelId="{060F1B75-71B3-4006-8A94-FFE9FC90C258}" type="presParOf" srcId="{F068D3BE-0E36-4E7E-BB6C-7F85BE21828D}" destId="{CC24FC91-A4E9-445D-89E1-89A7F8F3377C}" srcOrd="0" destOrd="0" presId="urn:microsoft.com/office/officeart/2018/2/layout/IconCircleList"/>
    <dgm:cxn modelId="{14B87E0F-8BD0-41BF-B635-A67F25CDED10}" type="presParOf" srcId="{CC24FC91-A4E9-445D-89E1-89A7F8F3377C}" destId="{A5B4917A-8D78-47DF-AF04-ADC73150586A}" srcOrd="0" destOrd="0" presId="urn:microsoft.com/office/officeart/2018/2/layout/IconCircleList"/>
    <dgm:cxn modelId="{CAB06C62-DF62-4307-A1A1-2DFA6D6A9BBE}" type="presParOf" srcId="{A5B4917A-8D78-47DF-AF04-ADC73150586A}" destId="{E656FF51-2883-4952-AFF7-5614C3D79D11}" srcOrd="0" destOrd="0" presId="urn:microsoft.com/office/officeart/2018/2/layout/IconCircleList"/>
    <dgm:cxn modelId="{DD8A8D2A-F67D-45F5-8D56-88678320077C}" type="presParOf" srcId="{A5B4917A-8D78-47DF-AF04-ADC73150586A}" destId="{3CE1061E-2B34-4A07-9429-136839DC2AB1}" srcOrd="1" destOrd="0" presId="urn:microsoft.com/office/officeart/2018/2/layout/IconCircleList"/>
    <dgm:cxn modelId="{605EACBC-72D8-4274-9573-D5FA6A12C370}" type="presParOf" srcId="{A5B4917A-8D78-47DF-AF04-ADC73150586A}" destId="{D9A3365D-0FBE-4E16-B7B1-13EC29A32133}" srcOrd="2" destOrd="0" presId="urn:microsoft.com/office/officeart/2018/2/layout/IconCircleList"/>
    <dgm:cxn modelId="{29EBA7ED-1688-4EB5-A3C8-568F9962DDBF}" type="presParOf" srcId="{A5B4917A-8D78-47DF-AF04-ADC73150586A}" destId="{8CE315AE-99F0-41BE-8B47-ABE1375DC185}" srcOrd="3" destOrd="0" presId="urn:microsoft.com/office/officeart/2018/2/layout/IconCircleList"/>
    <dgm:cxn modelId="{34B028EE-A537-494C-9F41-2FA4B4D91E45}" type="presParOf" srcId="{CC24FC91-A4E9-445D-89E1-89A7F8F3377C}" destId="{0E95F964-E3D5-4F90-B31E-51F0DB4FFD77}" srcOrd="1" destOrd="0" presId="urn:microsoft.com/office/officeart/2018/2/layout/IconCircleList"/>
    <dgm:cxn modelId="{F74892E8-21F9-448D-A6BB-C23CEE68562C}" type="presParOf" srcId="{CC24FC91-A4E9-445D-89E1-89A7F8F3377C}" destId="{31F61404-CCF9-4D9C-9177-5DA0E08FCF9F}" srcOrd="2" destOrd="0" presId="urn:microsoft.com/office/officeart/2018/2/layout/IconCircleList"/>
    <dgm:cxn modelId="{A2D86857-0B5B-487D-8C7D-859852FEF50C}" type="presParOf" srcId="{31F61404-CCF9-4D9C-9177-5DA0E08FCF9F}" destId="{496C256F-C78B-4559-BE04-116F9727EEEF}" srcOrd="0" destOrd="0" presId="urn:microsoft.com/office/officeart/2018/2/layout/IconCircleList"/>
    <dgm:cxn modelId="{2EE974F6-6890-4F2D-872E-C1CA92D52635}" type="presParOf" srcId="{31F61404-CCF9-4D9C-9177-5DA0E08FCF9F}" destId="{A1A100E9-BF6C-420F-99BE-FAC7ECF99D48}" srcOrd="1" destOrd="0" presId="urn:microsoft.com/office/officeart/2018/2/layout/IconCircleList"/>
    <dgm:cxn modelId="{CAD37991-7A6F-42E3-BA83-F3F85C095364}" type="presParOf" srcId="{31F61404-CCF9-4D9C-9177-5DA0E08FCF9F}" destId="{40EB741A-865C-48F9-8F57-75563E77A441}" srcOrd="2" destOrd="0" presId="urn:microsoft.com/office/officeart/2018/2/layout/IconCircleList"/>
    <dgm:cxn modelId="{C3412834-80D9-4FE6-9472-CD1D0EE51FE4}" type="presParOf" srcId="{31F61404-CCF9-4D9C-9177-5DA0E08FCF9F}" destId="{30924749-D1B4-45A2-A103-B0D3442BEA93}" srcOrd="3" destOrd="0" presId="urn:microsoft.com/office/officeart/2018/2/layout/IconCircleList"/>
    <dgm:cxn modelId="{B66EC3E3-B63E-46C1-88D0-6FB2825694C8}" type="presParOf" srcId="{CC24FC91-A4E9-445D-89E1-89A7F8F3377C}" destId="{E3FD4C5A-4F38-4AA8-B1BE-58DBE27EE90C}" srcOrd="3" destOrd="0" presId="urn:microsoft.com/office/officeart/2018/2/layout/IconCircleList"/>
    <dgm:cxn modelId="{DA6FBE03-0A74-4A10-A296-BBD6488776E5}" type="presParOf" srcId="{CC24FC91-A4E9-445D-89E1-89A7F8F3377C}" destId="{1DB55F19-74D8-4B48-81A5-34CA5C7A7DA4}" srcOrd="4" destOrd="0" presId="urn:microsoft.com/office/officeart/2018/2/layout/IconCircleList"/>
    <dgm:cxn modelId="{C1E7DF30-6A92-41D0-8ADF-6CEFFD512910}" type="presParOf" srcId="{1DB55F19-74D8-4B48-81A5-34CA5C7A7DA4}" destId="{760D514A-A976-48F6-984B-652ECED6843C}" srcOrd="0" destOrd="0" presId="urn:microsoft.com/office/officeart/2018/2/layout/IconCircleList"/>
    <dgm:cxn modelId="{073F7CC0-61B1-4D9A-A51D-BBEE47E395AA}" type="presParOf" srcId="{1DB55F19-74D8-4B48-81A5-34CA5C7A7DA4}" destId="{876961FF-7CA8-41AD-AB54-41E036785ABF}" srcOrd="1" destOrd="0" presId="urn:microsoft.com/office/officeart/2018/2/layout/IconCircleList"/>
    <dgm:cxn modelId="{FCABF6ED-F614-4C0C-90F5-AF688E125CBA}" type="presParOf" srcId="{1DB55F19-74D8-4B48-81A5-34CA5C7A7DA4}" destId="{6C0FDA13-EB01-4270-AFB5-5AA6D2CFD0D6}" srcOrd="2" destOrd="0" presId="urn:microsoft.com/office/officeart/2018/2/layout/IconCircleList"/>
    <dgm:cxn modelId="{721E64B8-B3CA-475E-A6A5-48CF26E530E5}" type="presParOf" srcId="{1DB55F19-74D8-4B48-81A5-34CA5C7A7DA4}" destId="{1B9ED252-9C77-455C-87E9-EA7C3F5A3992}" srcOrd="3" destOrd="0" presId="urn:microsoft.com/office/officeart/2018/2/layout/IconCircleList"/>
    <dgm:cxn modelId="{6F472EDE-DAF1-4635-B764-34CA50E08EAA}" type="presParOf" srcId="{CC24FC91-A4E9-445D-89E1-89A7F8F3377C}" destId="{CB380F00-2B38-4190-8761-076251A99E63}" srcOrd="5" destOrd="0" presId="urn:microsoft.com/office/officeart/2018/2/layout/IconCircleList"/>
    <dgm:cxn modelId="{6C98B065-0F89-42E7-B425-A1632993395F}" type="presParOf" srcId="{CC24FC91-A4E9-445D-89E1-89A7F8F3377C}" destId="{381B9F82-BED9-4283-8DBA-885F15D97D96}" srcOrd="6" destOrd="0" presId="urn:microsoft.com/office/officeart/2018/2/layout/IconCircleList"/>
    <dgm:cxn modelId="{634EE1F5-6099-4B97-AB25-2891285CD872}" type="presParOf" srcId="{381B9F82-BED9-4283-8DBA-885F15D97D96}" destId="{AB40D83B-48ED-4608-A5C5-F2478D85A0E6}" srcOrd="0" destOrd="0" presId="urn:microsoft.com/office/officeart/2018/2/layout/IconCircleList"/>
    <dgm:cxn modelId="{6F61EBDF-6F04-41C3-9A22-ED7220E9A9EA}" type="presParOf" srcId="{381B9F82-BED9-4283-8DBA-885F15D97D96}" destId="{752D5775-E9B8-4C1D-91AC-A6699FF51218}" srcOrd="1" destOrd="0" presId="urn:microsoft.com/office/officeart/2018/2/layout/IconCircleList"/>
    <dgm:cxn modelId="{8B3C411A-6D84-47F8-8F9C-8A2C22B5519F}" type="presParOf" srcId="{381B9F82-BED9-4283-8DBA-885F15D97D96}" destId="{6E1DB3B8-1AA5-431A-9B29-3595A2D9C03E}" srcOrd="2" destOrd="0" presId="urn:microsoft.com/office/officeart/2018/2/layout/IconCircleList"/>
    <dgm:cxn modelId="{67AE070A-9301-4DA6-AEC6-810F2AFDB5B5}" type="presParOf" srcId="{381B9F82-BED9-4283-8DBA-885F15D97D96}" destId="{63620864-A50A-44B2-A035-CAC239C6763C}" srcOrd="3" destOrd="0" presId="urn:microsoft.com/office/officeart/2018/2/layout/IconCircleList"/>
    <dgm:cxn modelId="{11EFBC6C-6B68-46F0-9220-D9DD1FBB71D5}" type="presParOf" srcId="{CC24FC91-A4E9-445D-89E1-89A7F8F3377C}" destId="{C11A81E1-4183-4F7B-A91B-F40153A35D3C}" srcOrd="7" destOrd="0" presId="urn:microsoft.com/office/officeart/2018/2/layout/IconCircleList"/>
    <dgm:cxn modelId="{81DA0BEB-558C-4312-9146-8B33D40FD7BB}" type="presParOf" srcId="{CC24FC91-A4E9-445D-89E1-89A7F8F3377C}" destId="{8726DBD7-5374-4F1E-982E-59FDCA03B8CC}" srcOrd="8" destOrd="0" presId="urn:microsoft.com/office/officeart/2018/2/layout/IconCircleList"/>
    <dgm:cxn modelId="{B0BA9767-2AD6-469D-A658-9AB180F34CBA}" type="presParOf" srcId="{8726DBD7-5374-4F1E-982E-59FDCA03B8CC}" destId="{904B839A-83EA-48D7-BDF5-C87A9D229B44}" srcOrd="0" destOrd="0" presId="urn:microsoft.com/office/officeart/2018/2/layout/IconCircleList"/>
    <dgm:cxn modelId="{22675FBF-E1E1-4A68-95C5-439DCD4DD711}" type="presParOf" srcId="{8726DBD7-5374-4F1E-982E-59FDCA03B8CC}" destId="{F190D28E-6875-4E72-8773-FAC40AF8B626}" srcOrd="1" destOrd="0" presId="urn:microsoft.com/office/officeart/2018/2/layout/IconCircleList"/>
    <dgm:cxn modelId="{FEE590AB-5D92-4D14-A96C-270C660CC941}" type="presParOf" srcId="{8726DBD7-5374-4F1E-982E-59FDCA03B8CC}" destId="{00C2FF06-D2BD-4574-967C-A2FDF2D487F6}" srcOrd="2" destOrd="0" presId="urn:microsoft.com/office/officeart/2018/2/layout/IconCircleList"/>
    <dgm:cxn modelId="{3A035004-B468-42DF-AA32-725D8D2E3D0D}" type="presParOf" srcId="{8726DBD7-5374-4F1E-982E-59FDCA03B8CC}" destId="{D50E7D74-32DC-467B-96BB-6A10E62BFBB0}" srcOrd="3" destOrd="0" presId="urn:microsoft.com/office/officeart/2018/2/layout/IconCircleList"/>
    <dgm:cxn modelId="{D306580C-32CC-4FA4-ACCF-52265092FCDC}" type="presParOf" srcId="{CC24FC91-A4E9-445D-89E1-89A7F8F3377C}" destId="{0779A356-ADD4-4249-AE68-799FF21E15EF}" srcOrd="9" destOrd="0" presId="urn:microsoft.com/office/officeart/2018/2/layout/IconCircleList"/>
    <dgm:cxn modelId="{DD2DB5DE-6A09-4E9F-A530-4374A7D19E6F}" type="presParOf" srcId="{CC24FC91-A4E9-445D-89E1-89A7F8F3377C}" destId="{ACBC631D-BA36-4428-8CEE-859FF5B85A19}" srcOrd="10" destOrd="0" presId="urn:microsoft.com/office/officeart/2018/2/layout/IconCircleList"/>
    <dgm:cxn modelId="{5010FF1D-65EB-4073-A478-783AC43F91E5}" type="presParOf" srcId="{ACBC631D-BA36-4428-8CEE-859FF5B85A19}" destId="{E2E6F888-DF71-464B-BE72-FFEEB2C7EB1D}" srcOrd="0" destOrd="0" presId="urn:microsoft.com/office/officeart/2018/2/layout/IconCircleList"/>
    <dgm:cxn modelId="{B214BB83-9786-4E3C-AFDE-59130D2D0D60}" type="presParOf" srcId="{ACBC631D-BA36-4428-8CEE-859FF5B85A19}" destId="{8CD8C78F-2D1A-4FA7-BC6A-2D2AD54A4EF3}" srcOrd="1" destOrd="0" presId="urn:microsoft.com/office/officeart/2018/2/layout/IconCircleList"/>
    <dgm:cxn modelId="{54976CCD-F407-4AA8-92EB-B839B6BD445A}" type="presParOf" srcId="{ACBC631D-BA36-4428-8CEE-859FF5B85A19}" destId="{47A93669-4FAB-49F6-A430-1B976E370E38}" srcOrd="2" destOrd="0" presId="urn:microsoft.com/office/officeart/2018/2/layout/IconCircleList"/>
    <dgm:cxn modelId="{267B8B38-F958-4823-A76A-9AC27D9B81AC}" type="presParOf" srcId="{ACBC631D-BA36-4428-8CEE-859FF5B85A19}" destId="{6DFEDEFA-610C-4DB6-9E13-FD73DE4F61B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0D91E-1B39-41C2-8066-A499F414F618}">
      <dsp:nvSpPr>
        <dsp:cNvPr id="0" name=""/>
        <dsp:cNvSpPr/>
      </dsp:nvSpPr>
      <dsp:spPr>
        <a:xfrm>
          <a:off x="0" y="0"/>
          <a:ext cx="45308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2A84350-580E-4836-A5B8-6B9196420973}">
      <dsp:nvSpPr>
        <dsp:cNvPr id="0" name=""/>
        <dsp:cNvSpPr/>
      </dsp:nvSpPr>
      <dsp:spPr>
        <a:xfrm>
          <a:off x="0" y="0"/>
          <a:ext cx="4530898" cy="90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Core skill for backend + full‑stack developers</a:t>
          </a:r>
        </a:p>
      </dsp:txBody>
      <dsp:txXfrm>
        <a:off x="0" y="0"/>
        <a:ext cx="4530898" cy="909862"/>
      </dsp:txXfrm>
    </dsp:sp>
    <dsp:sp modelId="{A2674FE6-1BF9-4C94-974B-198324A72F18}">
      <dsp:nvSpPr>
        <dsp:cNvPr id="0" name=""/>
        <dsp:cNvSpPr/>
      </dsp:nvSpPr>
      <dsp:spPr>
        <a:xfrm>
          <a:off x="0" y="909862"/>
          <a:ext cx="45308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0F9140E-A672-4C70-9C8E-5281E94868EF}">
      <dsp:nvSpPr>
        <dsp:cNvPr id="0" name=""/>
        <dsp:cNvSpPr/>
      </dsp:nvSpPr>
      <dsp:spPr>
        <a:xfrm>
          <a:off x="0" y="909862"/>
          <a:ext cx="4530898" cy="90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Used in real projects, interviews &amp; enterprise systems</a:t>
          </a:r>
        </a:p>
      </dsp:txBody>
      <dsp:txXfrm>
        <a:off x="0" y="909862"/>
        <a:ext cx="4530898" cy="909862"/>
      </dsp:txXfrm>
    </dsp:sp>
    <dsp:sp modelId="{DF7ADDDC-5A9C-4EEE-8100-9B4F28451D8F}">
      <dsp:nvSpPr>
        <dsp:cNvPr id="0" name=""/>
        <dsp:cNvSpPr/>
      </dsp:nvSpPr>
      <dsp:spPr>
        <a:xfrm>
          <a:off x="0" y="1819724"/>
          <a:ext cx="45308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677A10B-5DD5-4F46-8D0B-5EBF8711E94A}">
      <dsp:nvSpPr>
        <dsp:cNvPr id="0" name=""/>
        <dsp:cNvSpPr/>
      </dsp:nvSpPr>
      <dsp:spPr>
        <a:xfrm>
          <a:off x="0" y="1819725"/>
          <a:ext cx="4530898" cy="90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Direct control over SQL logic</a:t>
          </a:r>
        </a:p>
      </dsp:txBody>
      <dsp:txXfrm>
        <a:off x="0" y="1819725"/>
        <a:ext cx="4530898" cy="909862"/>
      </dsp:txXfrm>
    </dsp:sp>
    <dsp:sp modelId="{E3FC05A5-FE03-433B-A49B-EF76A9821045}">
      <dsp:nvSpPr>
        <dsp:cNvPr id="0" name=""/>
        <dsp:cNvSpPr/>
      </dsp:nvSpPr>
      <dsp:spPr>
        <a:xfrm>
          <a:off x="0" y="2729587"/>
          <a:ext cx="45308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07963E7-45FA-45C0-9231-317E498DA3D9}">
      <dsp:nvSpPr>
        <dsp:cNvPr id="0" name=""/>
        <dsp:cNvSpPr/>
      </dsp:nvSpPr>
      <dsp:spPr>
        <a:xfrm>
          <a:off x="0" y="2729587"/>
          <a:ext cx="4530898" cy="909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Builds foundation for ORM tools</a:t>
          </a:r>
        </a:p>
      </dsp:txBody>
      <dsp:txXfrm>
        <a:off x="0" y="2729587"/>
        <a:ext cx="4530898" cy="909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64A4DC-C328-4BE2-8F8C-47CDD6006D27}">
      <dsp:nvSpPr>
        <dsp:cNvPr id="0" name=""/>
        <dsp:cNvSpPr/>
      </dsp:nvSpPr>
      <dsp:spPr>
        <a:xfrm>
          <a:off x="736001" y="564499"/>
          <a:ext cx="742690" cy="74269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09D5CB-779E-4669-8ABF-E9FFC770E6C6}">
      <dsp:nvSpPr>
        <dsp:cNvPr id="0" name=""/>
        <dsp:cNvSpPr/>
      </dsp:nvSpPr>
      <dsp:spPr>
        <a:xfrm>
          <a:off x="891966" y="720464"/>
          <a:ext cx="430760" cy="4307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03E69-9362-422C-86F4-677481BFFDF7}">
      <dsp:nvSpPr>
        <dsp:cNvPr id="0" name=""/>
        <dsp:cNvSpPr/>
      </dsp:nvSpPr>
      <dsp:spPr>
        <a:xfrm>
          <a:off x="1637840" y="564499"/>
          <a:ext cx="1750628" cy="742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SQL = Structured Query Language</a:t>
          </a:r>
          <a:endParaRPr lang="en-US" sz="2000" kern="1200" dirty="0"/>
        </a:p>
      </dsp:txBody>
      <dsp:txXfrm>
        <a:off x="1637840" y="564499"/>
        <a:ext cx="1750628" cy="742690"/>
      </dsp:txXfrm>
    </dsp:sp>
    <dsp:sp modelId="{DB03BFF7-1078-41A9-BEFC-F12C06EAA88C}">
      <dsp:nvSpPr>
        <dsp:cNvPr id="0" name=""/>
        <dsp:cNvSpPr/>
      </dsp:nvSpPr>
      <dsp:spPr>
        <a:xfrm>
          <a:off x="3693502" y="564499"/>
          <a:ext cx="742690" cy="74269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D0E972-7477-4D32-9D31-624F12FD433A}">
      <dsp:nvSpPr>
        <dsp:cNvPr id="0" name=""/>
        <dsp:cNvSpPr/>
      </dsp:nvSpPr>
      <dsp:spPr>
        <a:xfrm>
          <a:off x="3849467" y="720464"/>
          <a:ext cx="430760" cy="4307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731C35-C947-4192-92DA-5F53628C42FF}">
      <dsp:nvSpPr>
        <dsp:cNvPr id="0" name=""/>
        <dsp:cNvSpPr/>
      </dsp:nvSpPr>
      <dsp:spPr>
        <a:xfrm>
          <a:off x="4595341" y="564499"/>
          <a:ext cx="1750628" cy="742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Tables → rows → columns</a:t>
          </a:r>
          <a:endParaRPr lang="en-US" sz="2000" kern="1200"/>
        </a:p>
      </dsp:txBody>
      <dsp:txXfrm>
        <a:off x="4595341" y="564499"/>
        <a:ext cx="1750628" cy="742690"/>
      </dsp:txXfrm>
    </dsp:sp>
    <dsp:sp modelId="{35255F5C-AB3A-45B1-A283-5BA2F97C1DCA}">
      <dsp:nvSpPr>
        <dsp:cNvPr id="0" name=""/>
        <dsp:cNvSpPr/>
      </dsp:nvSpPr>
      <dsp:spPr>
        <a:xfrm>
          <a:off x="6651003" y="564499"/>
          <a:ext cx="742690" cy="74269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955E9-6DA0-4902-83D7-9F265EEFC45B}">
      <dsp:nvSpPr>
        <dsp:cNvPr id="0" name=""/>
        <dsp:cNvSpPr/>
      </dsp:nvSpPr>
      <dsp:spPr>
        <a:xfrm>
          <a:off x="6806968" y="720464"/>
          <a:ext cx="430760" cy="4307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05365-901B-4990-833E-EB88D326B98D}">
      <dsp:nvSpPr>
        <dsp:cNvPr id="0" name=""/>
        <dsp:cNvSpPr/>
      </dsp:nvSpPr>
      <dsp:spPr>
        <a:xfrm>
          <a:off x="7552841" y="564499"/>
          <a:ext cx="1750628" cy="742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Key operations: </a:t>
          </a:r>
          <a:endParaRPr lang="en-US" sz="2000" kern="1200"/>
        </a:p>
      </dsp:txBody>
      <dsp:txXfrm>
        <a:off x="7552841" y="564499"/>
        <a:ext cx="1750628" cy="7426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3193AF-2716-4B0B-9395-0CB1DFFA8280}">
      <dsp:nvSpPr>
        <dsp:cNvPr id="0" name=""/>
        <dsp:cNvSpPr/>
      </dsp:nvSpPr>
      <dsp:spPr>
        <a:xfrm>
          <a:off x="0" y="100978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752432-7FF1-471D-9D69-09473EFA5387}">
      <dsp:nvSpPr>
        <dsp:cNvPr id="0" name=""/>
        <dsp:cNvSpPr/>
      </dsp:nvSpPr>
      <dsp:spPr>
        <a:xfrm>
          <a:off x="324326" y="131789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Indexes</a:t>
          </a:r>
          <a:r>
            <a:rPr lang="en-IN" sz="2600" kern="1200"/>
            <a:t> → speed up queries (B‑Tree structures)</a:t>
          </a:r>
          <a:endParaRPr lang="en-US" sz="2600" kern="1200"/>
        </a:p>
      </dsp:txBody>
      <dsp:txXfrm>
        <a:off x="378614" y="1372181"/>
        <a:ext cx="2810360" cy="1744948"/>
      </dsp:txXfrm>
    </dsp:sp>
    <dsp:sp modelId="{89111682-BD78-4237-9D71-D3899B00D305}">
      <dsp:nvSpPr>
        <dsp:cNvPr id="0" name=""/>
        <dsp:cNvSpPr/>
      </dsp:nvSpPr>
      <dsp:spPr>
        <a:xfrm>
          <a:off x="3567588" y="100978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C0760-16A1-4E08-A19E-284E2BDC72D8}">
      <dsp:nvSpPr>
        <dsp:cNvPr id="0" name=""/>
        <dsp:cNvSpPr/>
      </dsp:nvSpPr>
      <dsp:spPr>
        <a:xfrm>
          <a:off x="3891915" y="131789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Normalization vs Denormalization</a:t>
          </a:r>
          <a:r>
            <a:rPr lang="en-IN" sz="2600" kern="1200" dirty="0"/>
            <a:t> → balance storage vs speed</a:t>
          </a:r>
          <a:endParaRPr lang="en-US" sz="2600" kern="1200" dirty="0"/>
        </a:p>
      </dsp:txBody>
      <dsp:txXfrm>
        <a:off x="3946203" y="1372181"/>
        <a:ext cx="2810360" cy="1744948"/>
      </dsp:txXfrm>
    </dsp:sp>
    <dsp:sp modelId="{9AC52228-5D33-44BB-A419-107E8A97735F}">
      <dsp:nvSpPr>
        <dsp:cNvPr id="0" name=""/>
        <dsp:cNvSpPr/>
      </dsp:nvSpPr>
      <dsp:spPr>
        <a:xfrm>
          <a:off x="7135177" y="100978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0BDB6-72F3-4AC6-A1EB-5BB4789AC096}">
      <dsp:nvSpPr>
        <dsp:cNvPr id="0" name=""/>
        <dsp:cNvSpPr/>
      </dsp:nvSpPr>
      <dsp:spPr>
        <a:xfrm>
          <a:off x="7459503" y="131789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Transactions</a:t>
          </a:r>
          <a:r>
            <a:rPr lang="en-IN" sz="2600" kern="1200"/>
            <a:t> → ensure consistency (Commit / Rollback)</a:t>
          </a:r>
          <a:endParaRPr lang="en-US" sz="2600" kern="1200"/>
        </a:p>
      </dsp:txBody>
      <dsp:txXfrm>
        <a:off x="7513791" y="1372181"/>
        <a:ext cx="2810360" cy="17449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6FF51-2883-4952-AFF7-5614C3D79D11}">
      <dsp:nvSpPr>
        <dsp:cNvPr id="0" name=""/>
        <dsp:cNvSpPr/>
      </dsp:nvSpPr>
      <dsp:spPr>
        <a:xfrm>
          <a:off x="338334" y="615193"/>
          <a:ext cx="811636" cy="81163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1061E-2B34-4A07-9429-136839DC2AB1}">
      <dsp:nvSpPr>
        <dsp:cNvPr id="0" name=""/>
        <dsp:cNvSpPr/>
      </dsp:nvSpPr>
      <dsp:spPr>
        <a:xfrm>
          <a:off x="508778" y="785637"/>
          <a:ext cx="470748" cy="4707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315AE-99F0-41BE-8B47-ABE1375DC185}">
      <dsp:nvSpPr>
        <dsp:cNvPr id="0" name=""/>
        <dsp:cNvSpPr/>
      </dsp:nvSpPr>
      <dsp:spPr>
        <a:xfrm>
          <a:off x="1323892" y="615193"/>
          <a:ext cx="1913142" cy="811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JDBC = </a:t>
          </a:r>
          <a:r>
            <a:rPr lang="en-US" sz="1500" b="1" i="0" kern="1200" baseline="0"/>
            <a:t>Java Database Connectivity API</a:t>
          </a:r>
          <a:endParaRPr lang="en-US" sz="1500" kern="1200"/>
        </a:p>
      </dsp:txBody>
      <dsp:txXfrm>
        <a:off x="1323892" y="615193"/>
        <a:ext cx="1913142" cy="811636"/>
      </dsp:txXfrm>
    </dsp:sp>
    <dsp:sp modelId="{496C256F-C78B-4559-BE04-116F9727EEEF}">
      <dsp:nvSpPr>
        <dsp:cNvPr id="0" name=""/>
        <dsp:cNvSpPr/>
      </dsp:nvSpPr>
      <dsp:spPr>
        <a:xfrm>
          <a:off x="3570385" y="615193"/>
          <a:ext cx="811636" cy="81163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A100E9-BF6C-420F-99BE-FAC7ECF99D48}">
      <dsp:nvSpPr>
        <dsp:cNvPr id="0" name=""/>
        <dsp:cNvSpPr/>
      </dsp:nvSpPr>
      <dsp:spPr>
        <a:xfrm>
          <a:off x="3740829" y="785637"/>
          <a:ext cx="470748" cy="4707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924749-D1B4-45A2-A103-B0D3442BEA93}">
      <dsp:nvSpPr>
        <dsp:cNvPr id="0" name=""/>
        <dsp:cNvSpPr/>
      </dsp:nvSpPr>
      <dsp:spPr>
        <a:xfrm>
          <a:off x="4555943" y="615193"/>
          <a:ext cx="1913142" cy="811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Provides standard classes &amp; interfaces to interact with databases</a:t>
          </a:r>
          <a:endParaRPr lang="en-US" sz="1500" kern="1200"/>
        </a:p>
      </dsp:txBody>
      <dsp:txXfrm>
        <a:off x="4555943" y="615193"/>
        <a:ext cx="1913142" cy="811636"/>
      </dsp:txXfrm>
    </dsp:sp>
    <dsp:sp modelId="{760D514A-A976-48F6-984B-652ECED6843C}">
      <dsp:nvSpPr>
        <dsp:cNvPr id="0" name=""/>
        <dsp:cNvSpPr/>
      </dsp:nvSpPr>
      <dsp:spPr>
        <a:xfrm>
          <a:off x="6802436" y="615193"/>
          <a:ext cx="811636" cy="81163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961FF-7CA8-41AD-AB54-41E036785ABF}">
      <dsp:nvSpPr>
        <dsp:cNvPr id="0" name=""/>
        <dsp:cNvSpPr/>
      </dsp:nvSpPr>
      <dsp:spPr>
        <a:xfrm>
          <a:off x="6972880" y="785637"/>
          <a:ext cx="470748" cy="4707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ED252-9C77-455C-87E9-EA7C3F5A3992}">
      <dsp:nvSpPr>
        <dsp:cNvPr id="0" name=""/>
        <dsp:cNvSpPr/>
      </dsp:nvSpPr>
      <dsp:spPr>
        <a:xfrm>
          <a:off x="7787994" y="615193"/>
          <a:ext cx="1913142" cy="811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Allows:</a:t>
          </a:r>
          <a:endParaRPr lang="en-US" sz="1500" kern="1200"/>
        </a:p>
      </dsp:txBody>
      <dsp:txXfrm>
        <a:off x="7787994" y="615193"/>
        <a:ext cx="1913142" cy="811636"/>
      </dsp:txXfrm>
    </dsp:sp>
    <dsp:sp modelId="{AB40D83B-48ED-4608-A5C5-F2478D85A0E6}">
      <dsp:nvSpPr>
        <dsp:cNvPr id="0" name=""/>
        <dsp:cNvSpPr/>
      </dsp:nvSpPr>
      <dsp:spPr>
        <a:xfrm>
          <a:off x="338334" y="2011314"/>
          <a:ext cx="811636" cy="81163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D5775-E9B8-4C1D-91AC-A6699FF51218}">
      <dsp:nvSpPr>
        <dsp:cNvPr id="0" name=""/>
        <dsp:cNvSpPr/>
      </dsp:nvSpPr>
      <dsp:spPr>
        <a:xfrm>
          <a:off x="508778" y="2181757"/>
          <a:ext cx="470748" cy="4707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20864-A50A-44B2-A035-CAC239C6763C}">
      <dsp:nvSpPr>
        <dsp:cNvPr id="0" name=""/>
        <dsp:cNvSpPr/>
      </dsp:nvSpPr>
      <dsp:spPr>
        <a:xfrm>
          <a:off x="1323892" y="2011314"/>
          <a:ext cx="1913142" cy="811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Opening / closing connections</a:t>
          </a:r>
          <a:endParaRPr lang="en-US" sz="1500" kern="1200"/>
        </a:p>
      </dsp:txBody>
      <dsp:txXfrm>
        <a:off x="1323892" y="2011314"/>
        <a:ext cx="1913142" cy="811636"/>
      </dsp:txXfrm>
    </dsp:sp>
    <dsp:sp modelId="{904B839A-83EA-48D7-BDF5-C87A9D229B44}">
      <dsp:nvSpPr>
        <dsp:cNvPr id="0" name=""/>
        <dsp:cNvSpPr/>
      </dsp:nvSpPr>
      <dsp:spPr>
        <a:xfrm>
          <a:off x="3570385" y="2011314"/>
          <a:ext cx="811636" cy="81163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90D28E-6875-4E72-8773-FAC40AF8B626}">
      <dsp:nvSpPr>
        <dsp:cNvPr id="0" name=""/>
        <dsp:cNvSpPr/>
      </dsp:nvSpPr>
      <dsp:spPr>
        <a:xfrm>
          <a:off x="3740829" y="2181757"/>
          <a:ext cx="470748" cy="4707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0E7D74-32DC-467B-96BB-6A10E62BFBB0}">
      <dsp:nvSpPr>
        <dsp:cNvPr id="0" name=""/>
        <dsp:cNvSpPr/>
      </dsp:nvSpPr>
      <dsp:spPr>
        <a:xfrm>
          <a:off x="4555943" y="2011314"/>
          <a:ext cx="1913142" cy="811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Sending SQL statements</a:t>
          </a:r>
          <a:endParaRPr lang="en-US" sz="1500" kern="1200"/>
        </a:p>
      </dsp:txBody>
      <dsp:txXfrm>
        <a:off x="4555943" y="2011314"/>
        <a:ext cx="1913142" cy="811636"/>
      </dsp:txXfrm>
    </dsp:sp>
    <dsp:sp modelId="{E2E6F888-DF71-464B-BE72-FFEEB2C7EB1D}">
      <dsp:nvSpPr>
        <dsp:cNvPr id="0" name=""/>
        <dsp:cNvSpPr/>
      </dsp:nvSpPr>
      <dsp:spPr>
        <a:xfrm>
          <a:off x="6802436" y="2011314"/>
          <a:ext cx="811636" cy="81163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D8C78F-2D1A-4FA7-BC6A-2D2AD54A4EF3}">
      <dsp:nvSpPr>
        <dsp:cNvPr id="0" name=""/>
        <dsp:cNvSpPr/>
      </dsp:nvSpPr>
      <dsp:spPr>
        <a:xfrm>
          <a:off x="6972880" y="2181757"/>
          <a:ext cx="470748" cy="47074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FEDEFA-610C-4DB6-9E13-FD73DE4F61BF}">
      <dsp:nvSpPr>
        <dsp:cNvPr id="0" name=""/>
        <dsp:cNvSpPr/>
      </dsp:nvSpPr>
      <dsp:spPr>
        <a:xfrm>
          <a:off x="7787994" y="2011314"/>
          <a:ext cx="1913142" cy="811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Reading / writing data</a:t>
          </a:r>
          <a:endParaRPr lang="en-US" sz="1500" kern="1200"/>
        </a:p>
      </dsp:txBody>
      <dsp:txXfrm>
        <a:off x="7787994" y="2011314"/>
        <a:ext cx="1913142" cy="811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D1F835-AAFD-4988-9AB0-90E89269FB3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62808-058C-43F1-93D6-A8F35F545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99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62808-058C-43F1-93D6-A8F35F5456D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343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54C08-2617-45E0-AC4F-F703B795F01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9895-BA5A-4C9A-B104-736A7F694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38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54C08-2617-45E0-AC4F-F703B795F01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9895-BA5A-4C9A-B104-736A7F694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673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54C08-2617-45E0-AC4F-F703B795F01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9895-BA5A-4C9A-B104-736A7F694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32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54C08-2617-45E0-AC4F-F703B795F01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9895-BA5A-4C9A-B104-736A7F694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290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54C08-2617-45E0-AC4F-F703B795F01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9895-BA5A-4C9A-B104-736A7F694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425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54C08-2617-45E0-AC4F-F703B795F01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9895-BA5A-4C9A-B104-736A7F694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003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54C08-2617-45E0-AC4F-F703B795F01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9895-BA5A-4C9A-B104-736A7F694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90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54C08-2617-45E0-AC4F-F703B795F01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9895-BA5A-4C9A-B104-736A7F694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71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54C08-2617-45E0-AC4F-F703B795F01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9895-BA5A-4C9A-B104-736A7F694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755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54C08-2617-45E0-AC4F-F703B795F01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9895-BA5A-4C9A-B104-736A7F694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52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54C08-2617-45E0-AC4F-F703B795F01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9895-BA5A-4C9A-B104-736A7F694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187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54C08-2617-45E0-AC4F-F703B795F01C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D9895-BA5A-4C9A-B104-736A7F694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47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883EB-2260-3FF0-0FB0-FB3DDAAEC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753357"/>
            <a:ext cx="10668000" cy="2224341"/>
          </a:xfrm>
        </p:spPr>
        <p:txBody>
          <a:bodyPr>
            <a:normAutofit/>
          </a:bodyPr>
          <a:lstStyle/>
          <a:p>
            <a:r>
              <a:rPr lang="en-IN" sz="5400" b="1" dirty="0"/>
              <a:t>JDBC (Java Database Connectivity)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3B993-5A81-5011-C3B6-6F159F35E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73544"/>
            <a:ext cx="9144000" cy="488699"/>
          </a:xfrm>
        </p:spPr>
        <p:txBody>
          <a:bodyPr/>
          <a:lstStyle/>
          <a:p>
            <a:r>
              <a:rPr lang="en-US" dirty="0"/>
              <a:t>From Classic JDBC to Modern, Production-Ready JDBC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85041F-0364-6A84-CCB5-DBF583D9D65D}"/>
              </a:ext>
            </a:extLst>
          </p:cNvPr>
          <p:cNvSpPr txBox="1"/>
          <p:nvPr/>
        </p:nvSpPr>
        <p:spPr>
          <a:xfrm>
            <a:off x="4240911" y="5412471"/>
            <a:ext cx="37101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>
                <a:solidFill>
                  <a:srgbClr val="94A3B8"/>
                </a:solidFill>
                <a:effectLst/>
                <a:latin typeface="Inter"/>
              </a:rPr>
              <a:t>Samiksha </a:t>
            </a:r>
            <a:r>
              <a:rPr lang="en-IN" b="0" i="0" dirty="0">
                <a:solidFill>
                  <a:srgbClr val="94A3B8"/>
                </a:solidFill>
                <a:effectLst/>
                <a:latin typeface="Inter"/>
              </a:rPr>
              <a:t>Suhas Asodekar</a:t>
            </a:r>
            <a:br>
              <a:rPr lang="en-IN" dirty="0"/>
            </a:br>
            <a:r>
              <a:rPr lang="en-IN" b="0" i="0" dirty="0">
                <a:solidFill>
                  <a:srgbClr val="94A3B8"/>
                </a:solidFill>
                <a:effectLst/>
                <a:latin typeface="Inter"/>
              </a:rPr>
              <a:t>Java Database Connectivity Deep Dive</a:t>
            </a:r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993D8E-D388-ED65-E732-C4BC01774EA5}"/>
              </a:ext>
            </a:extLst>
          </p:cNvPr>
          <p:cNvCxnSpPr/>
          <p:nvPr/>
        </p:nvCxnSpPr>
        <p:spPr>
          <a:xfrm>
            <a:off x="1270000" y="3175000"/>
            <a:ext cx="95885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37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F23CA-D116-735F-E4BE-DF5DE707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>
                <a:latin typeface="+mj-lt"/>
                <a:ea typeface="+mj-ea"/>
                <a:cs typeface="+mj-cs"/>
              </a:rPr>
              <a:t>Why Learn JDBC?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57C6BF-4697-50DE-1595-3E1996FCB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2"/>
            <a:ext cx="5150277" cy="289703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FB5DD8-CA13-A160-D697-D2FAB649AA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5604170"/>
              </p:ext>
            </p:extLst>
          </p:nvPr>
        </p:nvGraphicFramePr>
        <p:xfrm>
          <a:off x="793661" y="2599509"/>
          <a:ext cx="4530898" cy="363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5209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D8233B0-41B5-4D9A-AEEC-13DB66A8C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2519A-167B-11BC-7F58-9C701FC2C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Prerequisite – SQL Basics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1264A2-24C8-877D-7A3A-93CE37313929}"/>
              </a:ext>
            </a:extLst>
          </p:cNvPr>
          <p:cNvSpPr txBox="1"/>
          <p:nvPr/>
        </p:nvSpPr>
        <p:spPr>
          <a:xfrm>
            <a:off x="4032249" y="3902015"/>
            <a:ext cx="4127500" cy="213904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CREATE TABLE Customers (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CustomerID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INT PRIMARY KEY,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 Name VARCHAR(50),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 City VARCHAR(50)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endParaRPr lang="en-IN" dirty="0"/>
          </a:p>
        </p:txBody>
      </p:sp>
      <p:graphicFrame>
        <p:nvGraphicFramePr>
          <p:cNvPr id="33" name="Rectangle 1">
            <a:extLst>
              <a:ext uri="{FF2B5EF4-FFF2-40B4-BE49-F238E27FC236}">
                <a16:creationId xmlns:a16="http://schemas.microsoft.com/office/drawing/2014/main" id="{4A01708A-90C0-57A2-064C-C975549280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7890607"/>
              </p:ext>
            </p:extLst>
          </p:nvPr>
        </p:nvGraphicFramePr>
        <p:xfrm>
          <a:off x="808638" y="2267664"/>
          <a:ext cx="10039472" cy="1871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679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B2CD1-B168-856D-723B-38948EFF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Joins, Subqueries &amp; Aggregations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ED4AA7D-26DE-E103-E59F-FD588CB085E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89693" y="2485768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Joins: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Combine data from multiple tables</a:t>
            </a:r>
          </a:p>
          <a:p>
            <a:pPr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(INNER, LEFT, RIGHT)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Subqueries: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Query inside another query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Aggregations: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SUM, COUNT, AVG, MIN, MAX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62153-92C7-E040-3676-F5BA12290EFB}"/>
              </a:ext>
            </a:extLst>
          </p:cNvPr>
          <p:cNvSpPr txBox="1"/>
          <p:nvPr/>
        </p:nvSpPr>
        <p:spPr>
          <a:xfrm>
            <a:off x="6562166" y="2996246"/>
            <a:ext cx="4560888" cy="241604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SELECT Name, Department, Salary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FROM Employees e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WHERE Salary &gt; (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SELECT AVG(Salary)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FROM Employees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WHERE Department =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e.Department</a:t>
            </a:r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790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6477-3915-EAD6-40C6-C31546D9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Prerequisite – Performance &amp; Indexing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57F098F-9078-D57E-27D3-A1A91572A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8199"/>
            <a:ext cx="10515600" cy="2254501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BC96D494-D689-E203-5B05-D95D29D503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5533823"/>
              </p:ext>
            </p:extLst>
          </p:nvPr>
        </p:nvGraphicFramePr>
        <p:xfrm>
          <a:off x="904602" y="1866900"/>
          <a:ext cx="10378440" cy="4181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4D7172-BA95-6AF9-44B0-E5B8DC05D5F5}"/>
              </a:ext>
            </a:extLst>
          </p:cNvPr>
          <p:cNvCxnSpPr/>
          <p:nvPr/>
        </p:nvCxnSpPr>
        <p:spPr>
          <a:xfrm>
            <a:off x="508000" y="2057400"/>
            <a:ext cx="11049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14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8233B0-41B5-4D9A-AEEC-13DB66A8C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24841F-CF5E-0D7C-F52B-33AF2FE37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5400" b="1" dirty="0"/>
              <a:t>What is JDBC?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4D54768-7CB8-8289-9888-9AE0C921EF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2560527"/>
              </p:ext>
            </p:extLst>
          </p:nvPr>
        </p:nvGraphicFramePr>
        <p:xfrm>
          <a:off x="825264" y="2598710"/>
          <a:ext cx="10039472" cy="34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34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B5E825-E18A-373D-DDDD-2385C4030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JDBC Architecture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D12D93F-5CEC-42D9-7FC6-DC0F09AFCFE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Flow: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Application → JDBC API → DriverManager / DataSource → Driver → Database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Key Components: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DriverManager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→ Manages drivers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Connection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→ Link to DB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Statement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→ Executes SQL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ResultSet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→ Holds query results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76330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F6E83-8BCE-47DA-97E6-4887730E6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JDBC Driver Types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2E4D7-74C0-39ED-F2BD-19BB6E884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3307F4-D706-4106-4959-82E5D7F0D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329630"/>
              </p:ext>
            </p:extLst>
          </p:nvPr>
        </p:nvGraphicFramePr>
        <p:xfrm>
          <a:off x="5911532" y="2935461"/>
          <a:ext cx="5150279" cy="2811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960">
                  <a:extLst>
                    <a:ext uri="{9D8B030D-6E8A-4147-A177-3AD203B41FA5}">
                      <a16:colId xmlns:a16="http://schemas.microsoft.com/office/drawing/2014/main" val="3653689840"/>
                    </a:ext>
                  </a:extLst>
                </a:gridCol>
                <a:gridCol w="1370030">
                  <a:extLst>
                    <a:ext uri="{9D8B030D-6E8A-4147-A177-3AD203B41FA5}">
                      <a16:colId xmlns:a16="http://schemas.microsoft.com/office/drawing/2014/main" val="2484202150"/>
                    </a:ext>
                  </a:extLst>
                </a:gridCol>
                <a:gridCol w="1707788">
                  <a:extLst>
                    <a:ext uri="{9D8B030D-6E8A-4147-A177-3AD203B41FA5}">
                      <a16:colId xmlns:a16="http://schemas.microsoft.com/office/drawing/2014/main" val="707859093"/>
                    </a:ext>
                  </a:extLst>
                </a:gridCol>
                <a:gridCol w="1388501">
                  <a:extLst>
                    <a:ext uri="{9D8B030D-6E8A-4147-A177-3AD203B41FA5}">
                      <a16:colId xmlns:a16="http://schemas.microsoft.com/office/drawing/2014/main" val="1950727273"/>
                    </a:ext>
                  </a:extLst>
                </a:gridCol>
              </a:tblGrid>
              <a:tr h="334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Type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Name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Description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Status</a:t>
                      </a:r>
                    </a:p>
                  </a:txBody>
                  <a:tcPr marL="75995" marR="75995" marT="37998" marB="37998" anchor="ctr"/>
                </a:tc>
                <a:extLst>
                  <a:ext uri="{0D108BD9-81ED-4DB2-BD59-A6C34878D82A}">
                    <a16:rowId xmlns:a16="http://schemas.microsoft.com/office/drawing/2014/main" val="771103991"/>
                  </a:ext>
                </a:extLst>
              </a:tr>
              <a:tr h="562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JDBC‑ODBC Bridge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Uses OS‑level ODBC driver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❌ Removed (JDK 8)</a:t>
                      </a:r>
                    </a:p>
                  </a:txBody>
                  <a:tcPr marL="75995" marR="75995" marT="37998" marB="37998" anchor="ctr"/>
                </a:tc>
                <a:extLst>
                  <a:ext uri="{0D108BD9-81ED-4DB2-BD59-A6C34878D82A}">
                    <a16:rowId xmlns:a16="http://schemas.microsoft.com/office/drawing/2014/main" val="3936885717"/>
                  </a:ext>
                </a:extLst>
              </a:tr>
              <a:tr h="562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Native API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Calls database native C/C++ libs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Legacy</a:t>
                      </a:r>
                    </a:p>
                  </a:txBody>
                  <a:tcPr marL="75995" marR="75995" marT="37998" marB="37998" anchor="ctr"/>
                </a:tc>
                <a:extLst>
                  <a:ext uri="{0D108BD9-81ED-4DB2-BD59-A6C34878D82A}">
                    <a16:rowId xmlns:a16="http://schemas.microsoft.com/office/drawing/2014/main" val="1930036424"/>
                  </a:ext>
                </a:extLst>
              </a:tr>
              <a:tr h="562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3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Network Protocol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Middleware server converts requests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Rare</a:t>
                      </a:r>
                    </a:p>
                  </a:txBody>
                  <a:tcPr marL="75995" marR="75995" marT="37998" marB="37998" anchor="ctr"/>
                </a:tc>
                <a:extLst>
                  <a:ext uri="{0D108BD9-81ED-4DB2-BD59-A6C34878D82A}">
                    <a16:rowId xmlns:a16="http://schemas.microsoft.com/office/drawing/2014/main" val="2907246933"/>
                  </a:ext>
                </a:extLst>
              </a:tr>
              <a:tr h="790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4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Thin Driver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Pure Java, communicates directly DB</a:t>
                      </a:r>
                    </a:p>
                  </a:txBody>
                  <a:tcPr marL="75995" marR="75995" marT="37998" marB="37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✅ Standard choice</a:t>
                      </a:r>
                    </a:p>
                  </a:txBody>
                  <a:tcPr marL="75995" marR="75995" marT="37998" marB="37998" anchor="ctr"/>
                </a:tc>
                <a:extLst>
                  <a:ext uri="{0D108BD9-81ED-4DB2-BD59-A6C34878D82A}">
                    <a16:rowId xmlns:a16="http://schemas.microsoft.com/office/drawing/2014/main" val="1995657693"/>
                  </a:ext>
                </a:extLst>
              </a:tr>
            </a:tbl>
          </a:graphicData>
        </a:graphic>
      </p:graphicFrame>
      <p:pic>
        <p:nvPicPr>
          <p:cNvPr id="7" name="Picture 6" descr="A diagram of a software driver&#10;&#10;AI-generated content may be incorrect.">
            <a:extLst>
              <a:ext uri="{FF2B5EF4-FFF2-40B4-BE49-F238E27FC236}">
                <a16:creationId xmlns:a16="http://schemas.microsoft.com/office/drawing/2014/main" id="{88046ED1-B368-3082-AA67-5A1EFA286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10" y="2411586"/>
            <a:ext cx="5351835" cy="382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7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60D457-B4E0-74D5-05E2-BE41200E1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JDBC Evolution (Old → New)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73414-1C8D-05CB-6AFD-6D75071FA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 b="1"/>
              <a:t>Pre Java 6 (≤ JDBC 3.0)</a:t>
            </a:r>
            <a:r>
              <a:rPr lang="en-US" sz="2200"/>
              <a:t> ➡️ Manual driver loading (Class.forName()), manual resource closing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b="1"/>
              <a:t>JDBC 4.0 (Java 6)</a:t>
            </a:r>
            <a:r>
              <a:rPr lang="en-US" sz="2200"/>
              <a:t> ➡️ Auto‑load driver, new SQL types (RowId, SQLXML, NClob)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b="1"/>
              <a:t>JDBC 4.1 (Java 7)</a:t>
            </a:r>
            <a:r>
              <a:rPr lang="en-US" sz="2200"/>
              <a:t> ➡️ try‑with‑resources → auto close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b="1"/>
              <a:t>JDBC 4.2 (Java 8)</a:t>
            </a:r>
            <a:r>
              <a:rPr lang="en-US" sz="2200"/>
              <a:t> ➡️ java.time API support, large updates, JDBCType, REF CURSOR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b="1"/>
              <a:t>JDBC 4.3 (Java 9 +)</a:t>
            </a:r>
            <a:r>
              <a:rPr lang="en-US" sz="2200"/>
              <a:t> ➡️ beginRequest(), endRequest(), ShardingKey, ConnectionBuilder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55244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0432C3-9FC7-BEF7-8111-DCBD2DB13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Core Interfaces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6A6306A-A59A-1949-5CCE-13885583F31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Connection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→ Establish link, start / commit / rollback transactions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Statement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→ Execute SQL queries directly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PreparedStatement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→ Parameterized + secure queries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</a:rPr>
              <a:t>CallableStatement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</a:rPr>
              <a:t> → Call stored procedures</a:t>
            </a:r>
          </a:p>
        </p:txBody>
      </p:sp>
    </p:spTree>
    <p:extLst>
      <p:ext uri="{BB962C8B-B14F-4D97-AF65-F5344CB8AC3E}">
        <p14:creationId xmlns:p14="http://schemas.microsoft.com/office/powerpoint/2010/main" val="3914348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8596B7-5A62-9BC1-7BB5-257108685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ResultSet &amp; RowSet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7BAA6A9-C3E1-1A13-EE66-96FFB2600F2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</a:rPr>
              <a:t>ResultSet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</a:rPr>
              <a:t>java.sql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Holds query results row by row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Connected → requires active DB link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Retrieve data via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getString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() 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getObject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()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</a:rPr>
              <a:t>RowSet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</a:rPr>
              <a:t>javax.sql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Extends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ResultSet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Disconnected → can work without active connection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Scrollable, updatable, serializable (can be sent over network)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42118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E2AEE-1D56-F984-1C64-725EFEDE3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Modern JDBC (Java 8+ Style)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B17117B-044E-8674-7DDC-9131EA9DC8E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41300" y="2425910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Driver auto‑loaded (JDBC 4.0 +)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try‑with‑resources → automatic closing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DataSource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pooling → efficient connections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java.time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API support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C0332E-8CD5-3856-39BD-455DC0673A39}"/>
              </a:ext>
            </a:extLst>
          </p:cNvPr>
          <p:cNvSpPr txBox="1"/>
          <p:nvPr/>
        </p:nvSpPr>
        <p:spPr>
          <a:xfrm>
            <a:off x="6095999" y="2713940"/>
            <a:ext cx="5257800" cy="32162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// Driver auto-loaded (JDBC 4.0 +)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try (Connection con =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dataSource.getConnection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PreparedStatement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ps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con.prepareStatement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"INSERT INTO audit(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ts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, who) VALUES (?, ?)")) {</a:t>
            </a:r>
          </a:p>
          <a:p>
            <a:pPr>
              <a:spcAft>
                <a:spcPts val="600"/>
              </a:spcAft>
            </a:pPr>
            <a:endParaRPr lang="en-IN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ps.setObject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(1,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java.time.Instant.now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ps.setString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(2,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userId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ps.executeUpdate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60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5788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E3D2D-4418-E84A-E393-BB4251C37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Transactions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2536897-3005-1472-1D85-561D456E0A3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0" y="2398864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Group multiple SQL statements into one logical unit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Methods: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commit()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rollback()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Ensures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ACID properties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Atomicity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→ All or nothing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Consistency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→ DB remains valid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Isolation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→ Transactions don’t interfere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Durability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→ Data saved permanently after commit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461BE-D361-2536-A4CC-E7F2FA44DE47}"/>
              </a:ext>
            </a:extLst>
          </p:cNvPr>
          <p:cNvSpPr txBox="1"/>
          <p:nvPr/>
        </p:nvSpPr>
        <p:spPr>
          <a:xfrm>
            <a:off x="6976462" y="2617438"/>
            <a:ext cx="4406900" cy="31393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con.setAutoCommit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(false); // Start transaction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try {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psTransfer.executeUpdate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(); // Debit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psReceive.executeUpdate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();  // Credit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con.commit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();               // Success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} catch (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SQLException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e) {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con.rollback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();             // Failure → Undo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60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9903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28859-5E9A-BC0B-5A24-A64D4F1F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Batch Processing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4BBBD0-7CFA-5AAD-0413-8158EEAF8D2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39700" y="2375980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Execute many SQL statements at once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Reduces network calls → boosts 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  performance for</a:t>
            </a:r>
            <a:r>
              <a:rPr lang="en-US" altLang="en-US" sz="2400" dirty="0"/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bulk inserts/updates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Use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addBatch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() to queue statements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Use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executeBatch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() 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executeLargeBatch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() 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400" dirty="0"/>
              <a:t>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(JDBC 4.2 +) to run them together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10DE66-0B86-C98C-CDA9-42F4AE12B108}"/>
              </a:ext>
            </a:extLst>
          </p:cNvPr>
          <p:cNvSpPr txBox="1"/>
          <p:nvPr/>
        </p:nvSpPr>
        <p:spPr>
          <a:xfrm>
            <a:off x="6095999" y="2639500"/>
            <a:ext cx="5245100" cy="290848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try (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PreparedStatement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ps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con.prepareStatement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spcAft>
                <a:spcPts val="600"/>
              </a:spcAft>
            </a:pP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"INSERT INTO emp VALUES (?, ?)")) {</a:t>
            </a:r>
          </a:p>
          <a:p>
            <a:pPr>
              <a:spcAft>
                <a:spcPts val="600"/>
              </a:spcAft>
            </a:pPr>
            <a:endParaRPr lang="en-IN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ps.setInt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(1,1);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ps.setString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(2,"Alice");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ps.addBatch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Aft>
                <a:spcPts val="600"/>
              </a:spcAft>
            </a:pP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ps.setInt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(1,2);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ps.setString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(2,"Bob");  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ps.addBatch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Aft>
                <a:spcPts val="600"/>
              </a:spcAft>
            </a:pP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ps.setInt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(1,3);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ps.setString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(2,"Charlie");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ps.addBatch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Aft>
                <a:spcPts val="600"/>
              </a:spcAft>
            </a:pPr>
            <a:endParaRPr lang="en-IN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ps.executeLargeBatch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(); // JDBC 4.2 +</a:t>
            </a:r>
          </a:p>
          <a:p>
            <a:pPr>
              <a:spcAft>
                <a:spcPts val="600"/>
              </a:spcAft>
            </a:pP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60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27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495ED3-F51F-59DF-9858-37F51BE8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Handling Large Data (LOBs)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53D693B-2053-3410-0AD3-D78A6076DDE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8966" y="2463891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LOB = Large Objects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(BLOB, CLOB, NCLOB, SQLXML)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Used for storing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images, audio, video, documents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Access via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getBlob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(),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getClob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(),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getNClob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(), 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400" dirty="0"/>
              <a:t>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getSQLXML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()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Stream APIs → handle data efficiently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38ED3-72A0-E097-E7DD-440F6154A8BA}"/>
              </a:ext>
            </a:extLst>
          </p:cNvPr>
          <p:cNvSpPr txBox="1"/>
          <p:nvPr/>
        </p:nvSpPr>
        <p:spPr>
          <a:xfrm>
            <a:off x="6938362" y="2650467"/>
            <a:ext cx="4445000" cy="30623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try (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PreparedStatement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ps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con.prepareStatement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"INSERT INTO files(name, data) VALUES (?, ?)")) {</a:t>
            </a:r>
          </a:p>
          <a:p>
            <a:pPr>
              <a:spcAft>
                <a:spcPts val="600"/>
              </a:spcAft>
            </a:pPr>
            <a:endParaRPr lang="en-IN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ps.setString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(1, "report.pdf");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ps.setBlob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(2, new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FileInputStream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("report.pdf"));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ps.executeUpdate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60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0672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3E9AE-AC87-62C3-6B49-411D41DDB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Connection Pooling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AAE459D-D917-F843-3C80-3448486C4AE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-34096" y="246996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Reuses database connections instead of creating 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400" dirty="0"/>
              <a:t>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new ones each time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Improves performance &amp; scalability in multi‑user 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400" dirty="0"/>
              <a:t>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applications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Managed by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</a:rPr>
              <a:t>DataSource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objects (instead of 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400" dirty="0"/>
              <a:t>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DriverManager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)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Popular libraries: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</a:rPr>
              <a:t>HikariCP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Apache DBCP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C3P0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835B6-1AF9-9B37-FDBE-B80327B99CB1}"/>
              </a:ext>
            </a:extLst>
          </p:cNvPr>
          <p:cNvSpPr txBox="1"/>
          <p:nvPr/>
        </p:nvSpPr>
        <p:spPr>
          <a:xfrm>
            <a:off x="6366168" y="2847158"/>
            <a:ext cx="5017194" cy="30008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// Using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for pooling</a:t>
            </a:r>
          </a:p>
          <a:p>
            <a:pPr>
              <a:spcAft>
                <a:spcPts val="600"/>
              </a:spcAft>
            </a:pP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DataSource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ds =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getDataSource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(); 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try (Connection con =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ds.getConnection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PreparedStatement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ps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con.prepareStatement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"SELECT * FROM users WHERE active=?")) {</a:t>
            </a:r>
          </a:p>
          <a:p>
            <a:pPr>
              <a:spcAft>
                <a:spcPts val="600"/>
              </a:spcAft>
            </a:pPr>
            <a:endParaRPr lang="en-IN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ps.setBoolean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(1, true);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ResultSet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rs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IN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ps.executeQuery</a:t>
            </a: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Aft>
                <a:spcPts val="600"/>
              </a:spcAft>
            </a:pPr>
            <a:r>
              <a:rPr lang="en-IN" sz="1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Aft>
                <a:spcPts val="60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4574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805B46-AFB4-C219-E6A5-C0EA44F4B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Practices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B5E9599-A4C9-8B99-D6EB-2352AD03566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Always use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</a:rPr>
              <a:t>PreparedStatement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→ prevents SQL injection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Close resources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try‑with‑resources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→ avoids leaks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Prefer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</a:rPr>
              <a:t>DataSource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over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</a:rPr>
              <a:t>DriverManager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→ enables pooling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batch updates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for bulk operations → improves performance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Handle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transactions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carefully → commit or rollback explicitly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Log SQL exceptions → easier debugging</a:t>
            </a:r>
          </a:p>
        </p:txBody>
      </p:sp>
    </p:spTree>
    <p:extLst>
      <p:ext uri="{BB962C8B-B14F-4D97-AF65-F5344CB8AC3E}">
        <p14:creationId xmlns:p14="http://schemas.microsoft.com/office/powerpoint/2010/main" val="2369871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4CD70-45F8-E44D-E6AA-78D4D80F2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Common Pitfalls in JDBC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B037DB4-8948-5153-50B8-DA6FC22030B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❌ Forgetting to close connections → memory leaks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❌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Statement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instead of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</a:rPr>
              <a:t>PreparedStatement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→ SQL injection risk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❌ Hardcoding DB credentials → security issues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❌ Not handling exceptions properly → unstable apps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❌ Ignoring transactions → inconsistent data</a:t>
            </a:r>
          </a:p>
        </p:txBody>
      </p:sp>
    </p:spTree>
    <p:extLst>
      <p:ext uri="{BB962C8B-B14F-4D97-AF65-F5344CB8AC3E}">
        <p14:creationId xmlns:p14="http://schemas.microsoft.com/office/powerpoint/2010/main" val="3393153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2E8F9-A0B4-4B8D-9BC3-6D8D94F96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JDBC vs ORM Tools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FD09B-E130-BA7F-76DF-13DE9EA39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661" y="3094011"/>
            <a:ext cx="4530898" cy="26971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31694F-A75F-6FCB-2EAA-7E4E204DC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637719"/>
              </p:ext>
            </p:extLst>
          </p:nvPr>
        </p:nvGraphicFramePr>
        <p:xfrm>
          <a:off x="5903493" y="2520973"/>
          <a:ext cx="5361407" cy="363220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493997">
                  <a:extLst>
                    <a:ext uri="{9D8B030D-6E8A-4147-A177-3AD203B41FA5}">
                      <a16:colId xmlns:a16="http://schemas.microsoft.com/office/drawing/2014/main" val="4287802998"/>
                    </a:ext>
                  </a:extLst>
                </a:gridCol>
                <a:gridCol w="1847785">
                  <a:extLst>
                    <a:ext uri="{9D8B030D-6E8A-4147-A177-3AD203B41FA5}">
                      <a16:colId xmlns:a16="http://schemas.microsoft.com/office/drawing/2014/main" val="1030162307"/>
                    </a:ext>
                  </a:extLst>
                </a:gridCol>
                <a:gridCol w="2019625">
                  <a:extLst>
                    <a:ext uri="{9D8B030D-6E8A-4147-A177-3AD203B41FA5}">
                      <a16:colId xmlns:a16="http://schemas.microsoft.com/office/drawing/2014/main" val="55323174"/>
                    </a:ext>
                  </a:extLst>
                </a:gridCol>
              </a:tblGrid>
              <a:tr h="6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Aspect</a:t>
                      </a:r>
                    </a:p>
                  </a:txBody>
                  <a:tcPr marL="69913" marR="69913" marT="34957" marB="34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JDBC</a:t>
                      </a:r>
                    </a:p>
                  </a:txBody>
                  <a:tcPr marL="69913" marR="69913" marT="34957" marB="34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ORM (e.g., Hibernate, JPA)</a:t>
                      </a:r>
                    </a:p>
                  </a:txBody>
                  <a:tcPr marL="69913" marR="69913" marT="34957" marB="34957" anchor="ctr"/>
                </a:tc>
                <a:extLst>
                  <a:ext uri="{0D108BD9-81ED-4DB2-BD59-A6C34878D82A}">
                    <a16:rowId xmlns:a16="http://schemas.microsoft.com/office/drawing/2014/main" val="1785663740"/>
                  </a:ext>
                </a:extLst>
              </a:tr>
              <a:tr h="6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Control</a:t>
                      </a:r>
                    </a:p>
                  </a:txBody>
                  <a:tcPr marL="69913" marR="69913" marT="34957" marB="34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Full SQL control</a:t>
                      </a:r>
                    </a:p>
                  </a:txBody>
                  <a:tcPr marL="69913" marR="69913" marT="34957" marB="34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Abstracted, less SQL visibility</a:t>
                      </a:r>
                    </a:p>
                  </a:txBody>
                  <a:tcPr marL="69913" marR="69913" marT="34957" marB="34957" anchor="ctr"/>
                </a:tc>
                <a:extLst>
                  <a:ext uri="{0D108BD9-81ED-4DB2-BD59-A6C34878D82A}">
                    <a16:rowId xmlns:a16="http://schemas.microsoft.com/office/drawing/2014/main" val="1522263869"/>
                  </a:ext>
                </a:extLst>
              </a:tr>
              <a:tr h="6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Complexity</a:t>
                      </a:r>
                    </a:p>
                  </a:txBody>
                  <a:tcPr marL="69913" marR="69913" marT="34957" marB="34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Manual coding, verbose</a:t>
                      </a:r>
                    </a:p>
                  </a:txBody>
                  <a:tcPr marL="69913" marR="69913" marT="34957" marB="34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Simplified, declarative mappings</a:t>
                      </a:r>
                    </a:p>
                  </a:txBody>
                  <a:tcPr marL="69913" marR="69913" marT="34957" marB="34957" anchor="ctr"/>
                </a:tc>
                <a:extLst>
                  <a:ext uri="{0D108BD9-81ED-4DB2-BD59-A6C34878D82A}">
                    <a16:rowId xmlns:a16="http://schemas.microsoft.com/office/drawing/2014/main" val="3177102412"/>
                  </a:ext>
                </a:extLst>
              </a:tr>
              <a:tr h="6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Performance</a:t>
                      </a:r>
                    </a:p>
                  </a:txBody>
                  <a:tcPr marL="69913" marR="69913" marT="34957" marB="34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Fine‑tuned, but manual</a:t>
                      </a:r>
                    </a:p>
                  </a:txBody>
                  <a:tcPr marL="69913" marR="69913" marT="34957" marB="34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Optimized internally, may add overhead</a:t>
                      </a:r>
                    </a:p>
                  </a:txBody>
                  <a:tcPr marL="69913" marR="69913" marT="34957" marB="34957" anchor="ctr"/>
                </a:tc>
                <a:extLst>
                  <a:ext uri="{0D108BD9-81ED-4DB2-BD59-A6C34878D82A}">
                    <a16:rowId xmlns:a16="http://schemas.microsoft.com/office/drawing/2014/main" val="1488786581"/>
                  </a:ext>
                </a:extLst>
              </a:tr>
              <a:tr h="6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Learning Curve</a:t>
                      </a:r>
                    </a:p>
                  </a:txBody>
                  <a:tcPr marL="69913" marR="69913" marT="34957" marB="34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Easier if you know SQL</a:t>
                      </a:r>
                    </a:p>
                  </a:txBody>
                  <a:tcPr marL="69913" marR="69913" marT="34957" marB="34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Steeper, requires ORM concepts</a:t>
                      </a:r>
                    </a:p>
                  </a:txBody>
                  <a:tcPr marL="69913" marR="69913" marT="34957" marB="34957" anchor="ctr"/>
                </a:tc>
                <a:extLst>
                  <a:ext uri="{0D108BD9-81ED-4DB2-BD59-A6C34878D82A}">
                    <a16:rowId xmlns:a16="http://schemas.microsoft.com/office/drawing/2014/main" val="227659949"/>
                  </a:ext>
                </a:extLst>
              </a:tr>
              <a:tr h="6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Case</a:t>
                      </a:r>
                    </a:p>
                  </a:txBody>
                  <a:tcPr marL="69913" marR="69913" marT="34957" marB="34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Small apps, performance‑critical</a:t>
                      </a:r>
                    </a:p>
                  </a:txBody>
                  <a:tcPr marL="69913" marR="69913" marT="34957" marB="3495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Large apps, rapid development</a:t>
                      </a:r>
                    </a:p>
                  </a:txBody>
                  <a:tcPr marL="69913" marR="69913" marT="34957" marB="34957" anchor="ctr"/>
                </a:tc>
                <a:extLst>
                  <a:ext uri="{0D108BD9-81ED-4DB2-BD59-A6C34878D82A}">
                    <a16:rowId xmlns:a16="http://schemas.microsoft.com/office/drawing/2014/main" val="259707829"/>
                  </a:ext>
                </a:extLst>
              </a:tr>
            </a:tbl>
          </a:graphicData>
        </a:graphic>
      </p:graphicFrame>
      <p:pic>
        <p:nvPicPr>
          <p:cNvPr id="7" name="Picture 6" descr="A screen shot of a screen&#10;&#10;AI-generated content may be incorrect.">
            <a:extLst>
              <a:ext uri="{FF2B5EF4-FFF2-40B4-BE49-F238E27FC236}">
                <a16:creationId xmlns:a16="http://schemas.microsoft.com/office/drawing/2014/main" id="{5DB70AA4-111D-B2CE-2409-0EBCB85A5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50" y="3042882"/>
            <a:ext cx="5109832" cy="279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897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EBF1A-B6AF-9C2D-D04D-E28EED7F1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JDBC in Real Projects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96463-91D5-4B3B-1819-2DDA39944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b="1" dirty="0"/>
              <a:t>Bullets (Content):</a:t>
            </a:r>
            <a:endParaRPr lang="en-US" sz="24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Used in </a:t>
            </a:r>
            <a:r>
              <a:rPr lang="en-US" sz="2400" b="1" dirty="0"/>
              <a:t>enterprise apps</a:t>
            </a:r>
            <a:r>
              <a:rPr lang="en-US" sz="2400" dirty="0"/>
              <a:t> for direct DB access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Common in </a:t>
            </a:r>
            <a:r>
              <a:rPr lang="en-US" sz="2400" b="1" dirty="0"/>
              <a:t>banking, retail, logistics</a:t>
            </a:r>
            <a:r>
              <a:rPr lang="en-US" sz="2400" dirty="0"/>
              <a:t> systems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Often combined with </a:t>
            </a:r>
            <a:r>
              <a:rPr lang="en-US" sz="2400" b="1" dirty="0"/>
              <a:t>connection pooling</a:t>
            </a:r>
            <a:r>
              <a:rPr lang="en-US" sz="2400" dirty="0"/>
              <a:t> for scalability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Forms the base layer for </a:t>
            </a:r>
            <a:r>
              <a:rPr lang="en-US" sz="2400" b="1" dirty="0"/>
              <a:t>ORM tools</a:t>
            </a:r>
            <a:r>
              <a:rPr lang="en-US" sz="2400" dirty="0"/>
              <a:t> (Hibernate, JPA)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Still relevant for </a:t>
            </a:r>
            <a:r>
              <a:rPr lang="en-US" sz="2400" b="1" dirty="0"/>
              <a:t>performance‑critical modules</a:t>
            </a:r>
            <a:endParaRPr lang="en-US" sz="24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b="1" dirty="0"/>
              <a:t>Example Use Case:</a:t>
            </a:r>
            <a:endParaRPr lang="en-US" sz="24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Banking system → JDBC for transaction layer (fast, reliable, ACID)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Reporting system → ORM for higher‑level queries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956357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135A6-CA27-B6DE-7D15-218A8A3E8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 &amp; Key Takeaways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657A4F4-4826-CEFC-E301-381630F60A3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JDBC =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Java Database Connectivity 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→ bridges Java apps with databases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Core interfaces: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Connection, Statement,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</a:rPr>
              <a:t>PreparedStatement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</a:rPr>
              <a:t>CallableStatement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Advanced features: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Transactions, Batch Processing, LOBs, Connection Pooling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Evolution: modern JDBC (Java 8+) → cleaner, safer, more efficient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Best practices: use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</a:rPr>
              <a:t>PreparedStatement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, manage resources, handle transactions, prefer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</a:rPr>
              <a:t>DataSource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69970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A3B6D-1189-955E-E9B0-F7C0DA080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4000" i="1" dirty="0"/>
              <a:t>Thank You!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95784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</TotalTime>
  <Words>1334</Words>
  <Application>Microsoft Office PowerPoint</Application>
  <PresentationFormat>Widescreen</PresentationFormat>
  <Paragraphs>216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Consolas</vt:lpstr>
      <vt:lpstr>Inter</vt:lpstr>
      <vt:lpstr>Office 2013 - 2022 Theme</vt:lpstr>
      <vt:lpstr>JDBC (Java Database Connectivity)</vt:lpstr>
      <vt:lpstr>Why Learn JDBC?</vt:lpstr>
      <vt:lpstr>Prerequisite – SQL Basics</vt:lpstr>
      <vt:lpstr> Joins, Subqueries &amp; Aggregations</vt:lpstr>
      <vt:lpstr>Prerequisite – Performance &amp; Indexing</vt:lpstr>
      <vt:lpstr>What is JDBC?</vt:lpstr>
      <vt:lpstr>JDBC Architecture</vt:lpstr>
      <vt:lpstr>JDBC Driver Types</vt:lpstr>
      <vt:lpstr>JDBC Evolution (Old → New)</vt:lpstr>
      <vt:lpstr>Core Interfaces</vt:lpstr>
      <vt:lpstr>ResultSet &amp; RowSet</vt:lpstr>
      <vt:lpstr>Modern JDBC (Java 8+ Style)</vt:lpstr>
      <vt:lpstr>Transactions</vt:lpstr>
      <vt:lpstr>Batch Processing</vt:lpstr>
      <vt:lpstr>Handling Large Data (LOBs)</vt:lpstr>
      <vt:lpstr>Connection Pooling</vt:lpstr>
      <vt:lpstr>Best Practices</vt:lpstr>
      <vt:lpstr>Common Pitfalls in JDBC</vt:lpstr>
      <vt:lpstr>JDBC vs ORM Tools</vt:lpstr>
      <vt:lpstr>JDBC in Real Projects</vt:lpstr>
      <vt:lpstr>Summary &amp; Key Takeaways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Asodekar, Samiksha Suhas (Cognizant)</dc:creator>
  <cp:lastModifiedBy>Asodekar, Samiksha Suhas (Cognizant)</cp:lastModifiedBy>
  <cp:revision>1</cp:revision>
  <dcterms:created xsi:type="dcterms:W3CDTF">2025-12-05T02:03:00Z</dcterms:created>
  <dcterms:modified xsi:type="dcterms:W3CDTF">2025-12-05T03:37:04Z</dcterms:modified>
</cp:coreProperties>
</file>